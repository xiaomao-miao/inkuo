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2192000" cy="6858000"/>
  <p:notesSz cx="6858000" cy="9144000"/>
  <p:defaultTextStyle>
    <a:defPPr/>
  </p:defaultTextStyle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/Relationships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100" name="Shape"/><p:cNvSpPr/><p:nvPr/></p:nvSpPr><p:spPr><a:xfrm><a:off x="0" y="0"/><a:ext cx="12192000" cy="6858000"/></a:xfrm><a:prstGeom prst="rect"><a:avLst/></a:prstGeom><a:solidFill><a:srgbClr val="1A1A2E"><a:alpha val="100000"/></a:srgbClr></a:solidFill><a:ln><a:noFill/></a:ln></p:sp><p:sp><p:nvSpPr><p:cNvPr id="100" name="Shape"/><p:cNvSpPr/><p:nvPr/></p:nvSpPr><p:spPr><a:xfrm><a:off x="8763000" y="-762000"/><a:ext cx="3429000" cy="3429000"/></a:xfrm><a:prstGeom prst="ellipse"><a:avLst/></a:prstGeom><a:noFill/><a:ln w="25400"><a:solidFill><a:srgbClr val="FFFFFF"><a:alpha val="100000"/></a:srgbClr></a:solidFill></a:ln></p:sp><p:sp><p:nvSpPr><p:cNvPr id="100" name="Shape"/><p:cNvSpPr/><p:nvPr/></p:nvSpPr><p:spPr><a:xfrm><a:off x="762000" y="4572000"/><a:ext cx="2286000" cy="2286000"/></a:xfrm><a:prstGeom prst="ellipse"><a:avLst/></a:prstGeom><a:noFill/><a:ln w="25400"><a:solidFill><a:srgbClr val="FFFFFF"><a:alpha val="100000"/></a:srgbClr></a:solidFill></a:ln></p:sp><p:sp><p:nvSpPr><p:cNvPr id="100" name="Shape"/><p:cNvSpPr/><p:nvPr/></p:nvSpPr><p:spPr><a:xfrm><a:off x="3238500" y="571500"/><a:ext cx="5715000" cy="5715000"/></a:xfrm><a:prstGeom prst="ellipse"><a:avLst/></a:prstGeom><a:noFill/><a:ln w="12700"><a:solidFill><a:srgbClr val="FFFFFF"><a:alpha val="100000"/></a:srgbClr></a:solidFill></a:ln></p:sp><p:sp><p:nvSpPr><p:cNvPr id="100" name="Shape"/><p:cNvSpPr/><p:nvPr/></p:nvSpPr><p:spPr><a:xfrm><a:off x="5143500" y="2286000"/><a:ext cx="1905000" cy="38100"/></a:xfrm><a:prstGeom prst="roundRect"><a:avLst><a:gd name="adj" fmla="val 1000"/></a:avLst></a:prstGeom><a:solidFill><a:srgbClr val="00D2FF"><a:alpha val="100000"/></a:srgbClr></a:solidFill><a:ln><a:noFill/></a:ln></p:sp><p:sp><p:nvSpPr><p:cNvPr id="100" name="TextBox"/><p:cNvSpPr/><p:nvPr/></p:nvSpPr><p:spPr><a:xfrm><a:off x="0" y="3333750"/><a:ext cx="12192000" cy="1137920"/></a:xfrm><p:txBody><a:bodyPr wrap="square" rtlCol="0" anchor="t"/><a:lstStyle/><a:p><a:pPr algn="ctr"/><a:r><a:rPr lang="en-US" sz="64" b="0" i="0" u="none"><a:solidFill><a:srgbClr val="FFFFFF"/></a:solidFill></a:rPr><a:t>InkUO</a:t></a:r></a:p></p:txBody></p:sp><p:sp><p:nvSpPr><p:cNvPr id="100" name="TextBox"/><p:cNvSpPr/><p:nvPr/></p:nvSpPr><p:spPr><a:xfrm><a:off x="0" y="3905250"/><a:ext cx="12192000" cy="497840"/></a:xfrm><p:txBody><a:bodyPr wrap="square" rtlCol="0" anchor="t"/><a:lstStyle/><a:p><a:pPr algn="ctr"/><a:r><a:rPr lang="en-US" sz="28" b="0" i="0" u="none"><a:solidFill><a:srgbClr val="A0B4D8"/></a:solidFill></a:rPr><a:t>AI 文档编辑器</a:t></a:r></a:p></p:txBody></p:sp><p:sp><p:nvSpPr><p:cNvPr id="100" name="TextBox"/><p:cNvSpPr/><p:nvPr/></p:nvSpPr><p:spPr><a:xfrm><a:off x="0" y="4381500"/><a:ext cx="12192000" cy="320040"/></a:xfrm><p:txBody><a:bodyPr wrap="square" rtlCol="0" anchor="t"/><a:lstStyle/><a:p><a:pPr algn="ctr"/><a:r><a:rPr lang="en-US" sz="18" b="0" i="0" u="none"><a:solidFill><a:srgbClr val="6C8EB0"/></a:solidFill></a:rPr><a:t>重新定义文档编辑方式</a:t></a:r></a:p></p:txBody></p:sp><p:sp><p:nvSpPr><p:cNvPr id="100" name="TextBox"/><p:cNvSpPr/><p:nvPr/></p:nvSpPr><p:spPr><a:xfrm><a:off x="0" y="5715000"/><a:ext cx="12192000" cy="248920"/></a:xfrm><p:txBody><a:bodyPr wrap="square" rtlCol="0" anchor="t"/><a:lstStyle/><a:p><a:pPr algn="ctr"/><a:r><a:rPr lang="en-US" sz="14" b="0" i="0" u="none"><a:solidFill><a:srgbClr val="4A6A8A"/></a:solidFill></a:rPr><a:t>版本 0.1.0 ｜ 基于 Tauri 2 + React 19</a:t></a:r></a:p></p:txBody></p:sp></p:spTree></p:cSld></p:sld>
</file>

<file path=ppt/slides/slide2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100" name="Shape"/><p:cNvSpPr/><p:nvPr/></p:nvSpPr><p:spPr><a:xfrm><a:off x="0" y="0"/><a:ext cx="12192000" cy="6858000"/></a:xfrm><a:prstGeom prst="rect"><a:avLst/></a:prstGeom><a:solidFill><a:srgbClr val="0F0F23"><a:alpha val="100000"/></a:srgbClr></a:solidFill><a:ln><a:noFill/></a:ln></p:sp><p:sp><p:nvSpPr><p:cNvPr id="100" name="Shape"/><p:cNvSpPr/><p:nvPr/></p:nvSpPr><p:spPr><a:xfrm><a:off x="762000" y="571500"/><a:ext cx="571500" cy="38100"/></a:xfrm><a:prstGeom prst="roundRect"><a:avLst><a:gd name="adj" fmla="val 3333"/></a:avLst></a:prstGeom><a:solidFill><a:srgbClr val="00D2FF"><a:alpha val="100000"/></a:srgbClr></a:solidFill><a:ln><a:noFill/></a:ln></p:sp><p:sp><p:nvSpPr><p:cNvPr id="100" name="TextBox"/><p:cNvSpPr/><p:nvPr/></p:nvSpPr><p:spPr><a:xfrm><a:off x="762000" y="1047750"/><a:ext cx="12192000" cy="640080"/></a:xfrm><p:txBody><a:bodyPr wrap="square" rtlCol="0" anchor="t"/><a:lstStyle/><a:p><a:pPr algn="l"/><a:r><a:rPr lang="en-US" sz="36" b="0" i="0" u="none"><a:solidFill><a:srgbClr val="FFFFFF"/></a:solidFill></a:rPr><a:t>产品概述</a:t></a:r></a:p></p:txBody></p:sp><p:cxnSp><p:nvCxnSpPr><p:cNvPr id="100" name="Line"/><p:cNvCxnSpPr/><p:nvPr/></p:nvCxnSpPr><p:spPr><a:xfrm><a:off x="762000" y="1190625"/><a:ext cx="4000500" cy="0"/></a:xfrm><a:prstGeom prst="line"><a:avLst/></a:prstGeom><a:ln w="12700"><a:solidFill><a:srgbClr val="FFFFFF"/></a:solidFill></a:ln></p:spPr></p:cxnSp><p:sp><p:nvSpPr><p:cNvPr id="100" name="TextBox"/><p:cNvSpPr/><p:nvPr/></p:nvSpPr><p:spPr><a:xfrm><a:off x="762000" y="2000250"/><a:ext cx="12192000" cy="320040"/></a:xfrm><p:txBody><a:bodyPr wrap="square" rtlCol="0" anchor="t"/><a:lstStyle/><a:p><a:pPr algn="l"/><a:r><a:rPr lang="en-US" sz="18" b="0" i="0" u="none"><a:solidFill><a:srgbClr val="C0D0E8"/></a:solidFill></a:rPr><a:t>InkUO 是一款面向知识工作者、开发者和创意团队的</a:t></a:r><a:r><a:rPr lang="en-US" sz="18" b="0" i="0" u="none"><a:solidFill><a:srgbClr val="C0D0E8"/></a:solidFill></a:rPr><a:t>AI 驱动文档编辑器桌面端。</a:t></a:r></a:p></p:txBody></p:sp><p:sp><p:nvSpPr><p:cNvPr id="100" name="Shape"/><p:cNvSpPr/><p:nvPr/></p:nvSpPr><p:spPr><a:xfrm><a:off x="762000" y="2857500"/><a:ext cx="3333750" cy="857250"/></a:xfrm><a:prstGeom prst="roundRect"><a:avLst><a:gd name="adj" fmla="val 2286"/></a:avLst></a:prstGeom><a:solidFill><a:srgbClr val="00D2FF"><a:alpha val="100000"/></a:srgbClr></a:solidFill><a:ln w="12700"><a:solidFill><a:srgbClr val="00D2FF"><a:alpha val="100000"/></a:srgbClr></a:solidFill></a:ln></p:sp><p:sp><p:nvSpPr><p:cNvPr id="100" name="TextBox"/><p:cNvSpPr/><p:nvPr/></p:nvSpPr><p:spPr><a:xfrm><a:off x="1047750" y="3238500"/><a:ext cx="12192000" cy="320040"/></a:xfrm><p:txBody><a:bodyPr wrap="square" rtlCol="0" anchor="t"/><a:lstStyle/><a:p><a:pPr algn="l"/><a:r><a:rPr lang="en-US" sz="18" b="0" i="0" u="none"><a:solidFill><a:srgbClr val="00D2FF"/></a:solidFill></a:rPr><a:t>多格式支持</a:t></a:r></a:p></p:txBody></p:sp><p:sp><p:nvSpPr><p:cNvPr id="100" name="TextBox"/><p:cNvSpPr/><p:nvPr/></p:nvSpPr><p:spPr><a:xfrm><a:off x="1047750" y="3476625"/><a:ext cx="12192000" cy="248920"/></a:xfrm><p:txBody><a:bodyPr wrap="square" rtlCol="0" anchor="t"/><a:lstStyle/><a:p><a:pPr algn="l"/><a:r><a:rPr lang="en-US" sz="14" b="0" i="0" u="none"><a:solidFill><a:srgbClr val="8AA8C8"/></a:solidFill></a:rPr><a:t>Markdown · Word · Excel · 代码 · PDF · SVG</a:t></a:r></a:p></p:txBody></p:sp><p:sp><p:nvSpPr><p:cNvPr id="100" name="Shape"/><p:cNvSpPr/><p:nvPr/></p:nvSpPr><p:spPr><a:xfrm><a:off x="4429125" y="2857500"/><a:ext cx="3333750" cy="857250"/></a:xfrm><a:prstGeom prst="roundRect"><a:avLst><a:gd name="adj" fmla="val 2286"/></a:avLst></a:prstGeom><a:solidFill><a:srgbClr val="3A7BD5"><a:alpha val="100000"/></a:srgbClr></a:solidFill><a:ln w="12700"><a:solidFill><a:srgbClr val="3A7BD5"><a:alpha val="100000"/></a:srgbClr></a:solidFill></a:ln></p:sp><p:sp><p:nvSpPr><p:cNvPr id="100" name="TextBox"/><p:cNvSpPr/><p:nvPr/></p:nvSpPr><p:spPr><a:xfrm><a:off x="4714875" y="3238500"/><a:ext cx="12192000" cy="320040"/></a:xfrm><p:txBody><a:bodyPr wrap="square" rtlCol="0" anchor="t"/><a:lstStyle/><a:p><a:pPr algn="l"/><a:r><a:rPr lang="en-US" sz="18" b="0" i="0" u="none"><a:solidFill><a:srgbClr val="5A9BE5"/></a:solidFill></a:rPr><a:t>AI 智能体</a:t></a:r></a:p></p:txBody></p:sp><p:sp><p:nvSpPr><p:cNvPr id="100" name="TextBox"/><p:cNvSpPr/><p:nvPr/></p:nvSpPr><p:spPr><a:xfrm><a:off x="4714875" y="3476625"/><a:ext cx="12192000" cy="248920"/></a:xfrm><p:txBody><a:bodyPr wrap="square" rtlCol="0" anchor="t"/><a:lstStyle/><a:p><a:pPr algn="l"/><a:r><a:rPr lang="en-US" sz="14" b="0" i="0" u="none"><a:solidFill><a:srgbClr val="8AA8C8"/></a:solidFill></a:rPr><a:t>Ask · Plan · Agent 三模式 AI 助手</a:t></a:r></a:p></p:txBody></p:sp><p:sp><p:nvSpPr><p:cNvPr id="100" name="Shape"/><p:cNvSpPr/><p:nvPr/></p:nvSpPr><p:spPr><a:xfrm><a:off x="8096250" y="2857500"/><a:ext cx="3333750" cy="857250"/></a:xfrm><a:prstGeom prst="roundRect"><a:avLst><a:gd name="adj" fmla="val 2286"/></a:avLst></a:prstGeom><a:solidFill><a:srgbClr val="64C896"><a:alpha val="100000"/></a:srgbClr></a:solidFill><a:ln w="12700"><a:solidFill><a:srgbClr val="64C896"><a:alpha val="100000"/></a:srgbClr></a:solidFill></a:ln></p:sp><p:sp><p:nvSpPr><p:cNvPr id="100" name="TextBox"/><p:cNvSpPr/><p:nvPr/></p:nvSpPr><p:spPr><a:xfrm><a:off x="8382000" y="3238500"/><a:ext cx="12192000" cy="320040"/></a:xfrm><p:txBody><a:bodyPr wrap="square" rtlCol="0" anchor="t"/><a:lstStyle/><a:p><a:pPr algn="l"/><a:r><a:rPr lang="en-US" sz="18" b="0" i="0" u="none"><a:solidFill><a:srgbClr val="6CC8A0"/></a:solidFill></a:rPr><a:t>桌面原生体验</a:t></a:r></a:p></p:txBody></p:sp><p:sp><p:nvSpPr><p:cNvPr id="100" name="TextBox"/><p:cNvSpPr/><p:nvPr/></p:nvSpPr><p:spPr><a:xfrm><a:off x="8382000" y="3476625"/><a:ext cx="12192000" cy="248920"/></a:xfrm><p:txBody><a:bodyPr wrap="square" rtlCol="0" anchor="t"/><a:lstStyle/><a:p><a:pPr algn="l"/><a:r><a:rPr lang="en-US" sz="14" b="0" i="0" u="none"><a:solidFill><a:srgbClr val="8AA8C8"/></a:solidFill></a:rPr><a:t>Tauri 2 · 原生性能 · 跨平台</a:t></a:r></a:p></p:txBody></p:sp><p:sp><p:nvSpPr><p:cNvPr id="100" name="TextBox"/><p:cNvSpPr/><p:nvPr/></p:nvSpPr><p:spPr><a:xfrm><a:off x="762000" y="4476750"/><a:ext cx="12192000" cy="284480"/></a:xfrm><p:txBody><a:bodyPr wrap="square" rtlCol="0" anchor="t"/><a:lstStyle/><a:p><a:pPr algn="l"/><a:r><a:rPr lang="en-US" sz="16" b="0" i="0" u="none"><a:solidFill><a:srgbClr val="7090B0"/></a:solidFill></a:rPr><a:t>无论你是撰写技术文档、编辑报告、处理数据表格，</a:t></a:r><a:r><a:rPr lang="en-US" sz="16" b="0" i="0" u="none"><a:solidFill><a:srgbClr val="7090B0"/></a:solidFill></a:rPr><a:t>还是阅读论文，InkUO 都能通过 AI 无缝融入你的工作流。</a:t></a:r></a:p></p:txBody></p:sp></p:spTree></p:cSld></p:sld>
</file>

<file path=ppt/slides/slide3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100" name="Shape"/><p:cNvSpPr/><p:nvPr/></p:nvSpPr><p:spPr><a:xfrm><a:off x="0" y="0"/><a:ext cx="12192000" cy="6858000"/></a:xfrm><a:prstGeom prst="rect"><a:avLst/></a:prstGeom><a:solidFill><a:srgbClr val="0F0F23"><a:alpha val="100000"/></a:srgbClr></a:solidFill><a:ln><a:noFill/></a:ln></p:sp><p:sp><p:nvSpPr><p:cNvPr id="100" name="TextBox"/><p:cNvSpPr/><p:nvPr/></p:nvSpPr><p:spPr><a:xfrm><a:off x="762000" y="1047750"/><a:ext cx="12192000" cy="640080"/></a:xfrm><p:txBody><a:bodyPr wrap="square" rtlCol="0" anchor="t"/><a:lstStyle/><a:p><a:pPr algn="l"/><a:r><a:rPr lang="en-US" sz="36" b="0" i="0" u="none"><a:solidFill><a:srgbClr val="FFFFFF"/></a:solidFill></a:rPr><a:t>AI 智能体系统</a:t></a:r></a:p></p:txBody></p:sp><p:cxnSp><p:nvCxnSpPr><p:cNvPr id="100" name="Line"/><p:cNvCxnSpPr/><p:nvPr/></p:nvCxnSpPr><p:spPr><a:xfrm><a:off x="762000" y="1190625"/><a:ext cx="4000500" cy="0"/></a:xfrm><a:prstGeom prst="line"><a:avLst/></a:prstGeom><a:ln w="12700"><a:solidFill><a:srgbClr val="FFFFFF"/></a:solidFill></a:ln></p:spPr></p:cxnSp><p:sp><p:nvSpPr><p:cNvPr id="100" name="Shape"/><p:cNvSpPr/><p:nvPr/></p:nvSpPr><p:spPr><a:xfrm><a:off x="762000" y="1714500"/><a:ext cx="3238500" cy="1905000"/></a:xfrm><a:prstGeom prst="roundRect"><a:avLst><a:gd name="adj" fmla="val 2941"/></a:avLst></a:prstGeom><a:solidFill><a:srgbClr val="00D2FF"><a:alpha val="100000"/></a:srgbClr></a:solidFill><a:ln w="19050"><a:solidFill><a:srgbClr val="00D2FF"><a:alpha val="100000"/></a:srgbClr></a:solidFill></a:ln></p:sp><p:sp><p:nvSpPr><p:cNvPr id="100" name="Shape"/><p:cNvSpPr/><p:nvPr/></p:nvSpPr><p:spPr><a:xfrm><a:off x="762000" y="1714500"/><a:ext cx="3238500" cy="419100"/></a:xfrm><a:prstGeom prst="roundRect"><a:avLst><a:gd name="adj" fmla="val 2941"/></a:avLst></a:prstGeom><a:solidFill><a:srgbClr val="00D2FF"><a:alpha val="100000"/></a:srgbClr></a:solidFill><a:ln><a:noFill/></a:ln></p:sp><p:sp><p:nvSpPr><p:cNvPr id="100" name="TextBox"/><p:cNvSpPr/><p:nvPr/></p:nvSpPr><p:spPr><a:xfrm><a:off x="-3714750" y="1981200"/><a:ext cx="12192000" cy="355600"/></a:xfrm><p:txBody><a:bodyPr wrap="square" rtlCol="0" anchor="t"/><a:lstStyle/><a:p><a:pPr algn="ctr"/><a:r><a:rPr lang="en-US" sz="20" b="0" i="0" u="none"><a:solidFill><a:srgbClr val="00D2FF"/></a:solidFill></a:rPr><a:t>Ask 问答模式</a:t></a:r></a:p></p:txBody></p:sp><p:sp><p:nvSpPr><p:cNvPr id="100" name="TextBox"/><p:cNvSpPr/><p:nvPr/></p:nvSpPr><p:spPr><a:xfrm><a:off x="1047750" y="2476500"/><a:ext cx="12192000" cy="266700"/></a:xfrm><p:txBody><a:bodyPr wrap="square" rtlCol="0" anchor="t"/><a:lstStyle/><a:p><a:pPr algn="l"/><a:r><a:rPr lang="en-US" sz="15" b="0" i="0" u="none"><a:solidFill><a:srgbClr val="B0C4D8"/></a:solidFill></a:rPr><a:t>快速提问，获取即时回答</a:t></a:r></a:p></p:txBody></p:sp><p:sp><p:nvSpPr><p:cNvPr id="100" name="TextBox"/><p:cNvSpPr/><p:nvPr/></p:nvSpPr><p:spPr><a:xfrm><a:off x="1047750" y="2762250"/><a:ext cx="12192000" cy="266700"/></a:xfrm><p:txBody><a:bodyPr wrap="square" rtlCol="0" anchor="t"/><a:lstStyle/><a:p><a:pPr algn="l"/><a:r><a:rPr lang="en-US" sz="15" b="0" i="0" u="none"><a:solidFill><a:srgbClr val="B0C4D8"/></a:solidFill></a:rPr><a:t>基于工作区知识库的语义搜索</a:t></a:r></a:p></p:txBody></p:sp><p:sp><p:nvSpPr><p:cNvPr id="100" name="TextBox"/><p:cNvSpPr/><p:nvPr/></p:nvSpPr><p:spPr><a:xfrm><a:off x="1047750" y="3048000"/><a:ext cx="12192000" cy="266700"/></a:xfrm><p:txBody><a:bodyPr wrap="square" rtlCol="0" anchor="t"/><a:lstStyle/><a:p><a:pPr algn="l"/><a:r><a:rPr lang="en-US" sz="15" b="0" i="0" u="none"><a:solidFill><a:srgbClr val="B0C4D8"/></a:solidFill></a:rPr><a:t>上下文感知的精准回复</a:t></a:r></a:p></p:txBody></p:sp><p:sp><p:nvSpPr><p:cNvPr id="100" name="TextBox"/><p:cNvSpPr/><p:nvPr/></p:nvSpPr><p:spPr><a:xfrm><a:off x="1047750" y="3333750"/><a:ext cx="12192000" cy="266700"/></a:xfrm><p:txBody><a:bodyPr wrap="square" rtlCol="0" anchor="t"/><a:lstStyle/><a:p><a:pPr algn="l"/><a:r><a:rPr lang="en-US" sz="15" b="0" i="0" u="none"><a:solidFill><a:srgbClr val="B0C4D8"/></a:solidFill></a:rPr><a:t>支持流式输出，实时生成</a:t></a:r></a:p></p:txBody></p:sp><p:sp><p:nvSpPr><p:cNvPr id="100" name="Shape"/><p:cNvSpPr/><p:nvPr/></p:nvSpPr><p:spPr><a:xfrm><a:off x="4476750" y="1714500"/><a:ext cx="3238500" cy="1905000"/></a:xfrm><a:prstGeom prst="roundRect"><a:avLst><a:gd name="adj" fmla="val 2941"/></a:avLst></a:prstGeom><a:solidFill><a:srgbClr val="3A7BD5"><a:alpha val="100000"/></a:srgbClr></a:solidFill><a:ln w="19050"><a:solidFill><a:srgbClr val="3A7BD5"><a:alpha val="100000"/></a:srgbClr></a:solidFill></a:ln></p:sp><p:sp><p:nvSpPr><p:cNvPr id="100" name="Shape"/><p:cNvSpPr/><p:nvPr/></p:nvSpPr><p:spPr><a:xfrm><a:off x="4476750" y="1714500"/><a:ext cx="3238500" cy="419100"/></a:xfrm><a:prstGeom prst="roundRect"><a:avLst><a:gd name="adj" fmla="val 2941"/></a:avLst></a:prstGeom><a:solidFill><a:srgbClr val="3A7BD5"><a:alpha val="100000"/></a:srgbClr></a:solidFill><a:ln><a:noFill/></a:ln></p:sp><p:sp><p:nvSpPr><p:cNvPr id="100" name="TextBox"/><p:cNvSpPr/><p:nvPr/></p:nvSpPr><p:spPr><a:xfrm><a:off x="0" y="1981200"/><a:ext cx="12192000" cy="355600"/></a:xfrm><p:txBody><a:bodyPr wrap="square" rtlCol="0" anchor="t"/><a:lstStyle/><a:p><a:pPr algn="ctr"/><a:r><a:rPr lang="en-US" sz="20" b="0" i="0" u="none"><a:solidFill><a:srgbClr val="5A9BE5"/></a:solidFill></a:rPr><a:t>Plan 计划模式</a:t></a:r></a:p></p:txBody></p:sp><p:sp><p:nvSpPr><p:cNvPr id="100" name="TextBox"/><p:cNvSpPr/><p:nvPr/></p:nvSpPr><p:spPr><a:xfrm><a:off x="4762500" y="2476500"/><a:ext cx="12192000" cy="266700"/></a:xfrm><p:txBody><a:bodyPr wrap="square" rtlCol="0" anchor="t"/><a:lstStyle/><a:p><a:pPr algn="l"/><a:r><a:rPr lang="en-US" sz="15" b="0" i="0" u="none"><a:solidFill><a:srgbClr val="B0C4D8"/></a:solidFill></a:rPr><a:t>AI 分析需求，制定执行计划</a:t></a:r></a:p></p:txBody></p:sp><p:sp><p:nvSpPr><p:cNvPr id="100" name="TextBox"/><p:cNvSpPr/><p:nvPr/></p:nvSpPr><p:spPr><a:xfrm><a:off x="4762500" y="2762250"/><a:ext cx="12192000" cy="266700"/></a:xfrm><p:txBody><a:bodyPr wrap="square" rtlCol="0" anchor="t"/><a:lstStyle/><a:p><a:pPr algn="l"/><a:r><a:rPr lang="en-US" sz="15" b="0" i="0" u="none"><a:solidFill><a:srgbClr val="B0C4D8"/></a:solidFill></a:rPr><a:t>展示文件修改清单与风险评估</a:t></a:r></a:p></p:txBody></p:sp><p:sp><p:nvSpPr><p:cNvPr id="100" name="TextBox"/><p:cNvSpPr/><p:nvPr/></p:nvSpPr><p:spPr><a:xfrm><a:off x="4762500" y="3048000"/><a:ext cx="12192000" cy="266700"/></a:xfrm><p:txBody><a:bodyPr wrap="square" rtlCol="0" anchor="t"/><a:lstStyle/><a:p><a:pPr algn="l"/><a:r><a:rPr lang="en-US" sz="15" b="0" i="0" u="none"><a:solidFill><a:srgbClr val="B0C4D8"/></a:solidFill></a:rPr><a:t>用户确认后执行</a:t></a:r></a:p></p:txBody></p:sp><p:sp><p:nvSpPr><p:cNvPr id="100" name="TextBox"/><p:cNvSpPr/><p:nvPr/></p:nvSpPr><p:spPr><a:xfrm><a:off x="4762500" y="3333750"/><a:ext cx="12192000" cy="266700"/></a:xfrm><p:txBody><a:bodyPr wrap="square" rtlCol="0" anchor="t"/><a:lstStyle/><a:p><a:pPr algn="l"/><a:r><a:rPr lang="en-US" sz="15" b="0" i="0" u="none"><a:solidFill><a:srgbClr val="B0C4D8"/></a:solidFill></a:rPr><a:t>安全可控的操作流程</a:t></a:r></a:p></p:txBody></p:sp><p:sp><p:nvSpPr><p:cNvPr id="100" name="Shape"/><p:cNvSpPr/><p:nvPr/></p:nvSpPr><p:spPr><a:xfrm><a:off x="8191500" y="1714500"/><a:ext cx="3238500" cy="1905000"/></a:xfrm><a:prstGeom prst="roundRect"><a:avLst><a:gd name="adj" fmla="val 2941"/></a:avLst></a:prstGeom><a:solidFill><a:srgbClr val="64C896"><a:alpha val="100000"/></a:srgbClr></a:solidFill><a:ln w="19050"><a:solidFill><a:srgbClr val="64C896"><a:alpha val="100000"/></a:srgbClr></a:solidFill></a:ln></p:sp><p:sp><p:nvSpPr><p:cNvPr id="100" name="Shape"/><p:cNvSpPr/><p:nvPr/></p:nvSpPr><p:spPr><a:xfrm><a:off x="8191500" y="1714500"/><a:ext cx="3238500" cy="419100"/></a:xfrm><a:prstGeom prst="roundRect"><a:avLst><a:gd name="adj" fmla="val 2941"/></a:avLst></a:prstGeom><a:solidFill><a:srgbClr val="64C896"><a:alpha val="100000"/></a:srgbClr></a:solidFill><a:ln><a:noFill/></a:ln></p:sp><p:sp><p:nvSpPr><p:cNvPr id="100" name="TextBox"/><p:cNvSpPr/><p:nvPr/></p:nvSpPr><p:spPr><a:xfrm><a:off x="3714750" y="1981200"/><a:ext cx="12192000" cy="355600"/></a:xfrm><p:txBody><a:bodyPr wrap="square" rtlCol="0" anchor="t"/><a:lstStyle/><a:p><a:pPr algn="ctr"/><a:r><a:rPr lang="en-US" sz="20" b="0" i="0" u="none"><a:solidFill><a:srgbClr val="6CC8A0"/></a:solidFill></a:rPr><a:t>Agent 智能体模式</a:t></a:r></a:p></p:txBody></p:sp><p:sp><p:nvSpPr><p:cNvPr id="100" name="TextBox"/><p:cNvSpPr/><p:nvPr/></p:nvSpPr><p:spPr><a:xfrm><a:off x="8477250" y="2476500"/><a:ext cx="12192000" cy="266700"/></a:xfrm><p:txBody><a:bodyPr wrap="square" rtlCol="0" anchor="t"/><a:lstStyle/><a:p><a:pPr algn="l"/><a:r><a:rPr lang="en-US" sz="15" b="0" i="0" u="none"><a:solidFill><a:srgbClr val="B0C4D8"/></a:solidFill></a:rPr><a:t>全自动执行，自主调用工具</a:t></a:r></a:p></p:txBody></p:sp><p:sp><p:nvSpPr><p:cNvPr id="100" name="TextBox"/><p:cNvSpPr/><p:nvPr/></p:nvSpPr><p:spPr><a:xfrm><a:off x="8477250" y="2762250"/><a:ext cx="12192000" cy="266700"/></a:xfrm><p:txBody><a:bodyPr wrap="square" rtlCol="0" anchor="t"/><a:lstStyle/><a:p><a:pPr algn="l"/><a:r><a:rPr lang="en-US" sz="15" b="0" i="0" u="none"><a:solidFill><a:srgbClr val="B0C4D8"/></a:solidFill></a:rPr><a:t>子代理协作系统（多专家协同）</a:t></a:r></a:p></p:txBody></p:sp><p:sp><p:nvSpPr><p:cNvPr id="100" name="TextBox"/><p:cNvSpPr/><p:nvPr/></p:nvSpPr><p:spPr><a:xfrm><a:off x="8477250" y="3048000"/><a:ext cx="12192000" cy="266700"/></a:xfrm><p:txBody><a:bodyPr wrap="square" rtlCol="0" anchor="t"/><a:lstStyle/><a:p><a:pPr algn="l"/><a:r><a:rPr lang="en-US" sz="15" b="0" i="0" u="none"><a:solidFill><a:srgbClr val="B0C4D8"/></a:solidFill></a:rPr><a:t>文件读写、代码编辑、Office 操作</a:t></a:r></a:p></p:txBody></p:sp><p:sp><p:nvSpPr><p:cNvPr id="100" name="TextBox"/><p:cNvSpPr/><p:nvPr/></p:nvSpPr><p:spPr><a:xfrm><a:off x="8477250" y="3333750"/><a:ext cx="12192000" cy="266700"/></a:xfrm><p:txBody><a:bodyPr wrap="square" rtlCol="0" anchor="t"/><a:lstStyle/><a:p><a:pPr algn="l"/><a:r><a:rPr lang="en-US" sz="15" b="0" i="0" u="none"><a:solidFill><a:srgbClr val="B0C4D8"/></a:solidFill></a:rPr><a:t>端到端任务自动化</a:t></a:r></a:p></p:txBody></p:sp><p:sp><p:nvSpPr><p:cNvPr id="100" name="TextBox"/><p:cNvSpPr/><p:nvPr/></p:nvSpPr><p:spPr><a:xfrm><a:off x="762000" y="4286250"/><a:ext cx="12192000" cy="391160"/></a:xfrm><p:txBody><a:bodyPr wrap="square" rtlCol="0" anchor="t"/><a:lstStyle/><a:p><a:pPr algn="l"/><a:r><a:rPr lang="en-US" sz="22" b="0" i="0" u="none"><a:solidFill><a:srgbClr val="FFFFFF"/></a:solidFill></a:rPr><a:t>子代理专家体系</a:t></a:r></a:p></p:txBody></p:sp><p:sp><p:nvSpPr><p:cNvPr id="100" name="Shape"/><p:cNvSpPr/><p:nvPr/></p:nvSpPr><p:spPr><a:xfrm><a:off x="762000" y="4572000"/><a:ext cx="1714500" cy="533400"/></a:xfrm><a:prstGeom prst="roundRect"><a:avLst><a:gd name="adj" fmla="val 3333"/></a:avLst></a:prstGeom><a:solidFill><a:srgbClr val="00D2FF"><a:alpha val="100000"/></a:srgbClr></a:solidFill><a:ln w="12700"><a:solidFill><a:srgbClr val="00D2FF"><a:alpha val="100000"/></a:srgbClr></a:solidFill></a:ln></p:sp><p:sp><p:nvSpPr><p:cNvPr id="100" name="TextBox"/><p:cNvSpPr/><p:nvPr/></p:nvSpPr><p:spPr><a:xfrm><a:off x="-4476750" y="4857750"/><a:ext cx="12192000" cy="248920"/></a:xfrm><p:txBody><a:bodyPr wrap="square" rtlCol="0" anchor="t"/><a:lstStyle/><a:p><a:pPr algn="ctr"/><a:r><a:rPr lang="en-US" sz="14" b="0" i="0" u="none"><a:solidFill><a:srgbClr val="00D2FF"/></a:solidFill></a:rPr><a:t>Word 专家</a:t></a:r></a:p></p:txBody></p:sp><p:sp><p:nvSpPr><p:cNvPr id="100" name="TextBox"/><p:cNvSpPr/><p:nvPr/></p:nvSpPr><p:spPr><a:xfrm><a:off x="-4476750" y="5019675"/><a:ext cx="12192000" cy="195580"/></a:xfrm><p:txBody><a:bodyPr wrap="square" rtlCol="0" anchor="t"/><a:lstStyle/><a:p><a:pPr algn="ctr"/><a:r><a:rPr lang="en-US" sz="11" b="0" i="0" u="none"><a:solidFill><a:srgbClr val="7090B0"/></a:solidFill></a:rPr><a:t>文档创建/编辑</a:t></a:r></a:p></p:txBody></p:sp><p:sp><p:nvSpPr><p:cNvPr id="100" name="Shape"/><p:cNvSpPr/><p:nvPr/></p:nvSpPr><p:spPr><a:xfrm><a:off x="2667000" y="4572000"/><a:ext cx="1714500" cy="533400"/></a:xfrm><a:prstGeom prst="roundRect"><a:avLst><a:gd name="adj" fmla="val 3333"/></a:avLst></a:prstGeom><a:solidFill><a:srgbClr val="3A7BD5"><a:alpha val="100000"/></a:srgbClr></a:solidFill><a:ln w="12700"><a:solidFill><a:srgbClr val="3A7BD5"><a:alpha val="100000"/></a:srgbClr></a:solidFill></a:ln></p:sp><p:sp><p:nvSpPr><p:cNvPr id="100" name="TextBox"/><p:cNvSpPr/><p:nvPr/></p:nvSpPr><p:spPr><a:xfrm><a:off x="-2571750" y="4857750"/><a:ext cx="12192000" cy="248920"/></a:xfrm><p:txBody><a:bodyPr wrap="square" rtlCol="0" anchor="t"/><a:lstStyle/><a:p><a:pPr algn="ctr"/><a:r><a:rPr lang="en-US" sz="14" b="0" i="0" u="none"><a:solidFill><a:srgbClr val="5A9BE5"/></a:solidFill></a:rPr><a:t>Excel 专家</a:t></a:r></a:p></p:txBody></p:sp><p:sp><p:nvSpPr><p:cNvPr id="100" name="TextBox"/><p:cNvSpPr/><p:nvPr/></p:nvSpPr><p:spPr><a:xfrm><a:off x="-2571750" y="5019675"/><a:ext cx="12192000" cy="195580"/></a:xfrm><p:txBody><a:bodyPr wrap="square" rtlCol="0" anchor="t"/><a:lstStyle/><a:p><a:pPr algn="ctr"/><a:r><a:rPr lang="en-US" sz="11" b="0" i="0" u="none"><a:solidFill><a:srgbClr val="7090B0"/></a:solidFill></a:rPr><a:t>表格处理/分析</a:t></a:r></a:p></p:txBody></p:sp><p:sp><p:nvSpPr><p:cNvPr id="100" name="Shape"/><p:cNvSpPr/><p:nvPr/></p:nvSpPr><p:spPr><a:xfrm><a:off x="4572000" y="4572000"/><a:ext cx="1714500" cy="533400"/></a:xfrm><a:prstGeom prst="roundRect"><a:avLst><a:gd name="adj" fmla="val 3333"/></a:avLst></a:prstGeom><a:solidFill><a:srgbClr val="64C896"><a:alpha val="100000"/></a:srgbClr></a:solidFill><a:ln w="12700"><a:solidFill><a:srgbClr val="64C896"><a:alpha val="100000"/></a:srgbClr></a:solidFill></a:ln></p:sp><p:sp><p:nvSpPr><p:cNvPr id="100" name="TextBox"/><p:cNvSpPr/><p:nvPr/></p:nvSpPr><p:spPr><a:xfrm><a:off x="-666750" y="4857750"/><a:ext cx="12192000" cy="248920"/></a:xfrm><p:txBody><a:bodyPr wrap="square" rtlCol="0" anchor="t"/><a:lstStyle/><a:p><a:pPr algn="ctr"/><a:r><a:rPr lang="en-US" sz="14" b="0" i="0" u="none"><a:solidFill><a:srgbClr val="6CC8A0"/></a:solidFill></a:rPr><a:t>代码专家</a:t></a:r></a:p></p:txBody></p:sp><p:sp><p:nvSpPr><p:cNvPr id="100" name="TextBox"/><p:cNvSpPr/><p:nvPr/></p:nvSpPr><p:spPr><a:xfrm><a:off x="-666750" y="5019675"/><a:ext cx="12192000" cy="195580"/></a:xfrm><p:txBody><a:bodyPr wrap="square" rtlCol="0" anchor="t"/><a:lstStyle/><a:p><a:pPr algn="ctr"/><a:r><a:rPr lang="en-US" sz="11" b="0" i="0" u="none"><a:solidFill><a:srgbClr val="7090B0"/></a:solidFill></a:rPr><a:t>代码审查/编写</a:t></a:r></a:p></p:txBody></p:sp><p:sp><p:nvSpPr><p:cNvPr id="100" name="Shape"/><p:cNvSpPr/><p:nvPr/></p:nvSpPr><p:spPr><a:xfrm><a:off x="6477000" y="4572000"/><a:ext cx="1714500" cy="533400"/></a:xfrm><a:prstGeom prst="roundRect"><a:avLst><a:gd name="adj" fmla="val 3333"/></a:avLst></a:prstGeom><a:solidFill><a:srgbClr val="C89650"><a:alpha val="100000"/></a:srgbClr></a:solidFill><a:ln w="12700"><a:solidFill><a:srgbClr val="C89650"><a:alpha val="100000"/></a:srgbClr></a:solidFill></a:ln></p:sp><p:sp><p:nvSpPr><p:cNvPr id="100" name="TextBox"/><p:cNvSpPr/><p:nvPr/></p:nvSpPr><p:spPr><a:xfrm><a:off x="1238250" y="4857750"/><a:ext cx="12192000" cy="248920"/></a:xfrm><p:txBody><a:bodyPr wrap="square" rtlCol="0" anchor="t"/><a:lstStyle/><a:p><a:pPr algn="ctr"/><a:r><a:rPr lang="en-US" sz="14" b="0" i="0" u="none"><a:solidFill><a:srgbClr val="C8A050"/></a:solidFill></a:rPr><a:t>Markdown 专家</a:t></a:r></a:p></p:txBody></p:sp><p:sp><p:nvSpPr><p:cNvPr id="100" name="TextBox"/><p:cNvSpPr/><p:nvPr/></p:nvSpPr><p:spPr><a:xfrm><a:off x="1238250" y="5019675"/><a:ext cx="12192000" cy="195580"/></a:xfrm><p:txBody><a:bodyPr wrap="square" rtlCol="0" anchor="t"/><a:lstStyle/><a:p><a:pPr algn="ctr"/><a:r><a:rPr lang="en-US" sz="11" b="0" i="0" u="none"><a:solidFill><a:srgbClr val="7090B0"/></a:solidFill></a:rPr><a:t>长文撰写/排版</a:t></a:r></a:p></p:txBody></p:sp><p:sp><p:nvSpPr><p:cNvPr id="100" name="Shape"/><p:cNvSpPr/><p:nvPr/></p:nvSpPr><p:spPr><a:xfrm><a:off x="8382000" y="4572000"/><a:ext cx="1714500" cy="533400"/></a:xfrm><a:prstGeom prst="roundRect"><a:avLst><a:gd name="adj" fmla="val 3333"/></a:avLst></a:prstGeom><a:solidFill><a:srgbClr val="C86478"><a:alpha val="100000"/></a:srgbClr></a:solidFill><a:ln w="12700"><a:solidFill><a:srgbClr val="C86478"><a:alpha val="100000"/></a:srgbClr></a:solidFill></a:ln></p:sp><p:sp><p:nvSpPr><p:cNvPr id="100" name="TextBox"/><p:cNvSpPr/><p:nvPr/></p:nvSpPr><p:spPr><a:xfrm><a:off x="3143250" y="4857750"/><a:ext cx="12192000" cy="248920"/></a:xfrm><p:txBody><a:bodyPr wrap="square" rtlCol="0" anchor="t"/><a:lstStyle/><a:p><a:pPr algn="ctr"/><a:r><a:rPr lang="en-US" sz="14" b="0" i="0" u="none"><a:solidFill><a:srgbClr val="C86478"/></a:solidFill></a:rPr><a:t>流程图专家</a:t></a:r></a:p></p:txBody></p:sp><p:sp><p:nvSpPr><p:cNvPr id="100" name="TextBox"/><p:cNvSpPr/><p:nvPr/></p:nvSpPr><p:spPr><a:xfrm><a:off x="3143250" y="5019675"/><a:ext cx="12192000" cy="195580"/></a:xfrm><p:txBody><a:bodyPr wrap="square" rtlCol="0" anchor="t"/><a:lstStyle/><a:p><a:pPr algn="ctr"/><a:r><a:rPr lang="en-US" sz="11" b="0" i="0" u="none"><a:solidFill><a:srgbClr val="7090B0"/></a:solidFill></a:rPr><a:t>图表渲染</a:t></a:r></a:p></p:txBody></p:sp><p:sp><p:nvSpPr><p:cNvPr id="100" name="Shape"/><p:cNvSpPr/><p:nvPr/></p:nvSpPr><p:spPr><a:xfrm><a:off x="762000" y="5334000"/><a:ext cx="1714500" cy="533400"/></a:xfrm><a:prstGeom prst="roundRect"><a:avLst><a:gd name="adj" fmla="val 3333"/></a:avLst></a:prstGeom><a:solidFill><a:srgbClr val="9664C8"><a:alpha val="100000"/></a:srgbClr></a:solidFill><a:ln w="12700"><a:solidFill><a:srgbClr val="9664C8"><a:alpha val="100000"/></a:srgbClr></a:solidFill></a:ln></p:sp><p:sp><p:nvSpPr><p:cNvPr id="100" name="TextBox"/><p:cNvSpPr/><p:nvPr/></p:nvSpPr><p:spPr><a:xfrm><a:off x="-4476750" y="5619750"/><a:ext cx="12192000" cy="248920"/></a:xfrm><p:txBody><a:bodyPr wrap="square" rtlCol="0" anchor="t"/><a:lstStyle/><a:p><a:pPr algn="ctr"/><a:r><a:rPr lang="en-US" sz="14" b="0" i="0" u="none"><a:solidFill><a:srgbClr val="9664C8"/></a:solidFill></a:rPr><a:t>批量编辑专家</a:t></a:r></a:p></p:txBody></p:sp><p:sp><p:nvSpPr><p:cNvPr id="100" name="TextBox"/><p:cNvSpPr/><p:nvPr/></p:nvSpPr><p:spPr><a:xfrm><a:off x="-4476750" y="5781675"/><a:ext cx="12192000" cy="195580"/></a:xfrm><p:txBody><a:bodyPr wrap="square" rtlCol="0" anchor="t"/><a:lstStyle/><a:p><a:pPr algn="ctr"/><a:r><a:rPr lang="en-US" sz="11" b="0" i="0" u="none"><a:solidFill><a:srgbClr val="7090B0"/></a:solidFill></a:rPr><a:t>批量文件操作</a:t></a:r></a:p></p:txBody></p:sp><p:sp><p:nvSpPr><p:cNvPr id="100" name="Shape"/><p:cNvSpPr/><p:nvPr/></p:nvSpPr><p:spPr><a:xfrm><a:off x="2667000" y="5334000"/><a:ext cx="1714500" cy="533400"/></a:xfrm><a:prstGeom prst="roundRect"><a:avLst><a:gd name="adj" fmla="val 3333"/></a:avLst></a:prstGeom><a:solidFill><a:srgbClr val="B48250"><a:alpha val="100000"/></a:srgbClr></a:solidFill><a:ln w="12700"><a:solidFill><a:srgbClr val="B48250"><a:alpha val="100000"/></a:srgbClr></a:solidFill></a:ln></p:sp><p:sp><p:nvSpPr><p:cNvPr id="100" name="TextBox"/><p:cNvSpPr/><p:nvPr/></p:nvSpPr><p:spPr><a:xfrm><a:off x="-2571750" y="5619750"/><a:ext cx="12192000" cy="248920"/></a:xfrm><p:txBody><a:bodyPr wrap="square" rtlCol="0" anchor="t"/><a:lstStyle/><a:p><a:pPr algn="ctr"/><a:r><a:rPr lang="en-US" sz="14" b="0" i="0" u="none"><a:solidFill><a:srgbClr val="B48250"/></a:solidFill></a:rPr><a:t>研究专家</a:t></a:r></a:p></p:txBody></p:sp><p:sp><p:nvSpPr><p:cNvPr id="100" name="TextBox"/><p:cNvSpPr/><p:nvPr/></p:nvSpPr><p:spPr><a:xfrm><a:off x="-2571750" y="5781675"/><a:ext cx="12192000" cy="195580"/></a:xfrm><p:txBody><a:bodyPr wrap="square" rtlCol="0" anchor="t"/><a:lstStyle/><a:p><a:pPr algn="ctr"/><a:r><a:rPr lang="en-US" sz="11" b="0" i="0" u="none"><a:solidFill><a:srgbClr val="7090B0"/></a:solidFill></a:rPr><a:t>搜索与信息整理</a:t></a:r></a:p></p:txBody></p:sp></p:spTree></p:cSld></p:sld>
</file>

<file path=ppt/slides/slide4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100" name="Shape"/><p:cNvSpPr/><p:nvPr/></p:nvSpPr><p:spPr><a:xfrm><a:off x="0" y="0"/><a:ext cx="12192000" cy="6858000"/></a:xfrm><a:prstGeom prst="rect"><a:avLst/></a:prstGeom><a:solidFill><a:srgbClr val="0F0F23"><a:alpha val="100000"/></a:srgbClr></a:solidFill><a:ln><a:noFill/></a:ln></p:sp><p:sp><p:nvSpPr><p:cNvPr id="100" name="TextBox"/><p:cNvSpPr/><p:nvPr/></p:nvSpPr><p:spPr><a:xfrm><a:off x="762000" y="1047750"/><a:ext cx="12192000" cy="640080"/></a:xfrm><p:txBody><a:bodyPr wrap="square" rtlCol="0" anchor="t"/><a:lstStyle/><a:p><a:pPr algn="l"/><a:r><a:rPr lang="en-US" sz="36" b="0" i="0" u="none"><a:solidFill><a:srgbClr val="FFFFFF"/></a:solidFill></a:rPr><a:t>多格式编辑器</a:t></a:r></a:p></p:txBody></p:sp><p:cxnSp><p:nvCxnSpPr><p:cNvPr id="100" name="Line"/><p:cNvCxnSpPr/><p:nvPr/></p:nvCxnSpPr><p:spPr><a:xfrm><a:off x="762000" y="1190625"/><a:ext cx="4000500" cy="0"/></a:xfrm><a:prstGeom prst="line"><a:avLst/></a:prstGeom><a:ln w="12700"><a:solidFill><a:srgbClr val="FFFFFF"/></a:solidFill></a:ln></p:spPr></p:cxnSp><p:sp><p:nvSpPr><p:cNvPr id="100" name="Shape"/><p:cNvSpPr/><p:nvPr/></p:nvSpPr><p:spPr><a:xfrm><a:off x="762000" y="1619250"/><a:ext cx="3333750" cy="1333500"/></a:xfrm><a:prstGeom prst="roundRect"><a:avLst><a:gd name="adj" fmla="val 2857"/></a:avLst></a:prstGeom><a:solidFill><a:srgbClr val="00D2FF"><a:alpha val="100000"/></a:srgbClr></a:solidFill><a:ln w="12700"><a:solidFill><a:srgbClr val="00D2FF"><a:alpha val="100000"/></a:srgbClr></a:solidFill></a:ln></p:sp><p:sp><p:nvSpPr><p:cNvPr id="100" name="TextBox"/><p:cNvSpPr/><p:nvPr/></p:nvSpPr><p:spPr><a:xfrm><a:off x="1047750" y="2000250"/><a:ext cx="12192000" cy="320040"/></a:xfrm><p:txBody><a:bodyPr wrap="square" rtlCol="0" anchor="t"/><a:lstStyle/><a:p><a:pPr algn="l"/><a:r><a:rPr lang="en-US" sz="18" b="0" i="0" u="none"><a:solidFill><a:srgbClr val="00D2FF"/></a:solidFill></a:rPr><a:t>Markdown</a:t></a:r></a:p></p:txBody></p:sp><p:sp><p:nvSpPr><p:cNvPr id="100" name="TextBox"/><p:cNvSpPr/><p:nvPr/></p:nvSpPr><p:spPr><a:xfrm><a:off x="1047750" y="2238375"/><a:ext cx="12192000" cy="248920"/></a:xfrm><p:txBody><a:bodyPr wrap="square" rtlCol="0" anchor="t"/><a:lstStyle/><a:p><a:pPr algn="l"/><a:r><a:rPr lang="en-US" sz="14" b="0" i="0" u="none"><a:solidFill><a:srgbClr val="B0C4D8"/></a:solidFill></a:rPr><a:t>所见即所得的 Markdown 编辑</a:t></a:r></a:p></p:txBody></p:sp><p:sp><p:nvSpPr><p:cNvPr id="100" name="TextBox"/><p:cNvSpPr/><p:nvPr/></p:nvSpPr><p:spPr><a:xfrm><a:off x="1047750" y="2457450"/><a:ext cx="12192000" cy="248920"/></a:xfrm><p:txBody><a:bodyPr wrap="square" rtlCol="0" anchor="t"/><a:lstStyle/><a:p><a:pPr algn="l"/><a:r><a:rPr lang="en-US" sz="14" b="0" i="0" u="none"><a:solidFill><a:srgbClr val="B0C4D8"/></a:solidFill></a:rPr><a:t>实时预览 · 扩展语法（GFM）</a:t></a:r></a:p></p:txBody></p:sp><p:sp><p:nvSpPr><p:cNvPr id="100" name="TextBox"/><p:cNvSpPr/><p:nvPr/></p:nvSpPr><p:spPr><a:xfrm><a:off x="1047750" y="2676525"/><a:ext cx="12192000" cy="248920"/></a:xfrm><p:txBody><a:bodyPr wrap="square" rtlCol="0" anchor="t"/><a:lstStyle/><a:p><a:pPr algn="l"/><a:r><a:rPr lang="en-US" sz="14" b="0" i="0" u="none"><a:solidFill><a:srgbClr val="B0C4D8"/></a:solidFill></a:rPr><a:t>代码高亮 · 数学公式</a:t></a:r></a:p></p:txBody></p:sp><p:sp><p:nvSpPr><p:cNvPr id="100" name="Shape"/><p:cNvSpPr/><p:nvPr/></p:nvSpPr><p:spPr><a:xfrm><a:off x="4429125" y="1619250"/><a:ext cx="3333750" cy="1333500"/></a:xfrm><a:prstGeom prst="roundRect"><a:avLst><a:gd name="adj" fmla="val 2857"/></a:avLst></a:prstGeom><a:solidFill><a:srgbClr val="3A7BD5"><a:alpha val="100000"/></a:srgbClr></a:solidFill><a:ln w="12700"><a:solidFill><a:srgbClr val="3A7BD5"><a:alpha val="100000"/></a:srgbClr></a:solidFill></a:ln></p:sp><p:sp><p:nvSpPr><p:cNvPr id="100" name="TextBox"/><p:cNvSpPr/><p:nvPr/></p:nvSpPr><p:spPr><a:xfrm><a:off x="4714875" y="2000250"/><a:ext cx="12192000" cy="320040"/></a:xfrm><p:txBody><a:bodyPr wrap="square" rtlCol="0" anchor="t"/><a:lstStyle/><a:p><a:pPr algn="l"/><a:r><a:rPr lang="en-US" sz="18" b="0" i="0" u="none"><a:solidFill><a:srgbClr val="5A9BE5"/></a:solidFill></a:rPr><a:t>Word 文档</a:t></a:r></a:p></p:txBody></p:sp><p:sp><p:nvSpPr><p:cNvPr id="100" name="TextBox"/><p:cNvSpPr/><p:nvPr/></p:nvSpPr><p:spPr><a:xfrm><a:off x="4714875" y="2238375"/><a:ext cx="12192000" cy="248920"/></a:xfrm><p:txBody><a:bodyPr wrap="square" rtlCol="0" anchor="t"/><a:lstStyle/><a:p><a:pPr algn="l"/><a:r><a:rPr lang="en-US" sz="14" b="0" i="0" u="none"><a:solidFill><a:srgbClr val="B0C4D8"/></a:solidFill></a:rPr><a:t>基于 ProseMirror 的富文本编辑</a:t></a:r></a:p></p:txBody></p:sp><p:sp><p:nvSpPr><p:cNvPr id="100" name="TextBox"/><p:cNvSpPr/><p:nvPr/></p:nvSpPr><p:spPr><a:xfrm><a:off x="4714875" y="2457450"/><a:ext cx="12192000" cy="248920"/></a:xfrm><p:txBody><a:bodyPr wrap="square" rtlCol="0" anchor="t"/><a:lstStyle/><a:p><a:pPr algn="l"/><a:r><a:rPr lang="en-US" sz="14" b="0" i="0" u="none"><a:solidFill><a:srgbClr val="B0C4D8"/></a:solidFill></a:rPr><a:t>完整样式支持 · 段落/表格</a:t></a:r></a:p></p:txBody></p:sp><p:sp><p:nvSpPr><p:cNvPr id="100" name="TextBox"/><p:cNvSpPr/><p:nvPr/></p:nvSpPr><p:spPr><a:xfrm><a:off x="4714875" y="2676525"/><a:ext cx="12192000" cy="248920"/></a:xfrm><p:txBody><a:bodyPr wrap="square" rtlCol="0" anchor="t"/><a:lstStyle/><a:p><a:pPr algn="l"/><a:r><a:rPr lang="en-US" sz="14" b="0" i="0" u="none"><a:solidFill><a:srgbClr val="B0C4D8"/></a:solidFill></a:rPr><a:t>页眉页脚 · 多节布局</a:t></a:r></a:p></p:txBody></p:sp><p:sp><p:nvSpPr><p:cNvPr id="100" name="Shape"/><p:cNvSpPr/><p:nvPr/></p:nvSpPr><p:spPr><a:xfrm><a:off x="8096250" y="1619250"/><a:ext cx="3333750" cy="1333500"/></a:xfrm><a:prstGeom prst="roundRect"><a:avLst><a:gd name="adj" fmla="val 2857"/></a:avLst></a:prstGeom><a:solidFill><a:srgbClr val="64C896"><a:alpha val="100000"/></a:srgbClr></a:solidFill><a:ln w="12700"><a:solidFill><a:srgbClr val="64C896"><a:alpha val="100000"/></a:srgbClr></a:solidFill></a:ln></p:sp><p:sp><p:nvSpPr><p:cNvPr id="100" name="TextBox"/><p:cNvSpPr/><p:nvPr/></p:nvSpPr><p:spPr><a:xfrm><a:off x="8382000" y="2000250"/><a:ext cx="12192000" cy="320040"/></a:xfrm><p:txBody><a:bodyPr wrap="square" rtlCol="0" anchor="t"/><a:lstStyle/><a:p><a:pPr algn="l"/><a:r><a:rPr lang="en-US" sz="18" b="0" i="0" u="none"><a:solidFill><a:srgbClr val="6CC8A0"/></a:solidFill></a:rPr><a:t>Excel 电子表格</a:t></a:r></a:p></p:txBody></p:sp><p:sp><p:nvSpPr><p:cNvPr id="100" name="TextBox"/><p:cNvSpPr/><p:nvPr/></p:nvSpPr><p:spPr><a:xfrm><a:off x="8382000" y="2238375"/><a:ext cx="12192000" cy="248920"/></a:xfrm><p:txBody><a:bodyPr wrap="square" rtlCol="0" anchor="t"/><a:lstStyle/><a:p><a:pPr algn="l"/><a:r><a:rPr lang="en-US" sz="14" b="0" i="0" u="none"><a:solidFill><a:srgbClr val="B0C4D8"/></a:solidFill></a:rPr><a:t>基于 FortuneSheet 的表格引擎</a:t></a:r></a:p></p:txBody></p:sp><p:sp><p:nvSpPr><p:cNvPr id="100" name="TextBox"/><p:cNvSpPr/><p:nvPr/></p:nvSpPr><p:spPr><a:xfrm><a:off x="8382000" y="2457450"/><a:ext cx="12192000" cy="248920"/></a:xfrm><p:txBody><a:bodyPr wrap="square" rtlCol="0" anchor="t"/><a:lstStyle/><a:p><a:pPr algn="l"/><a:r><a:rPr lang="en-US" sz="14" b="0" i="0" u="none"><a:solidFill><a:srgbClr val="B0C4D8"/></a:solidFill></a:rPr><a:t>公式支持 · 数据操作</a:t></a:r></a:p></p:txBody></p:sp><p:sp><p:nvSpPr><p:cNvPr id="100" name="TextBox"/><p:cNvSpPr/><p:nvPr/></p:nvSpPr><p:spPr><a:xfrm><a:off x="8382000" y="2676525"/><a:ext cx="12192000" cy="248920"/></a:xfrm><p:txBody><a:bodyPr wrap="square" rtlCol="0" anchor="t"/><a:lstStyle/><a:p><a:pPr algn="l"/><a:r><a:rPr lang="en-US" sz="14" b="0" i="0" u="none"><a:solidFill><a:srgbClr val="B0C4D8"/></a:solidFill></a:rPr><a:t>合并单元格 · 样式设置</a:t></a:r></a:p></p:txBody></p:sp><p:sp><p:nvSpPr><p:cNvPr id="100" name="Shape"/><p:cNvSpPr/><p:nvPr/></p:nvSpPr><p:spPr><a:xfrm><a:off x="762000" y="3238500"/><a:ext cx="3333750" cy="1333500"/></a:xfrm><a:prstGeom prst="roundRect"><a:avLst><a:gd name="adj" fmla="val 2857"/></a:avLst></a:prstGeom><a:solidFill><a:srgbClr val="C89650"><a:alpha val="100000"/></a:srgbClr></a:solidFill><a:ln w="12700"><a:solidFill><a:srgbClr val="C89650"><a:alpha val="100000"/></a:srgbClr></a:solidFill></a:ln></p:sp><p:sp><p:nvSpPr><p:cNvPr id="100" name="TextBox"/><p:cNvSpPr/><p:nvPr/></p:nvSpPr><p:spPr><a:xfrm><a:off x="1047750" y="3619500"/><a:ext cx="12192000" cy="320040"/></a:xfrm><p:txBody><a:bodyPr wrap="square" rtlCol="0" anchor="t"/><a:lstStyle/><a:p><a:pPr algn="l"/><a:r><a:rPr lang="en-US" sz="18" b="0" i="0" u="none"><a:solidFill><a:srgbClr val="C8A050"/></a:solidFill></a:rPr><a:t>代码编辑器</a:t></a:r></a:p></p:txBody></p:sp><p:sp><p:nvSpPr><p:cNvPr id="100" name="TextBox"/><p:cNvSpPr/><p:nvPr/></p:nvSpPr><p:spPr><a:xfrm><a:off x="1047750" y="3857625"/><a:ext cx="12192000" cy="248920"/></a:xfrm><p:txBody><a:bodyPr wrap="square" rtlCol="0" anchor="t"/><a:lstStyle/><a:p><a:pPr algn="l"/><a:r><a:rPr lang="en-US" sz="14" b="0" i="0" u="none"><a:solidFill><a:srgbClr val="B0C4D8"/></a:solidFill></a:rPr><a:t>基于 CodeMirror</a:t></a:r></a:p></p:txBody></p:sp><p:sp><p:nvSpPr><p:cNvPr id="100" name="TextBox"/><p:cNvSpPr/><p:nvPr/></p:nvSpPr><p:spPr><a:xfrm><a:off x="1047750" y="4076700"/><a:ext cx="12192000" cy="248920"/></a:xfrm><p:txBody><a:bodyPr wrap="square" rtlCol="0" anchor="t"/><a:lstStyle/><a:p><a:pPr algn="l"/><a:r><a:rPr lang="en-US" sz="14" b="0" i="0" u="none"><a:solidFill><a:srgbClr val="B0C4D8"/></a:solidFill></a:rPr><a:t>20+ 编程语言语法高亮</a:t></a:r></a:p></p:txBody></p:sp><p:sp><p:nvSpPr><p:cNvPr id="100" name="TextBox"/><p:cNvSpPr/><p:nvPr/></p:nvSpPr><p:spPr><a:xfrm><a:off x="1047750" y="4295775"/><a:ext cx="12192000" cy="248920"/></a:xfrm><p:txBody><a:bodyPr wrap="square" rtlCol="0" anchor="t"/><a:lstStyle/><a:p><a:pPr algn="l"/><a:r><a:rPr lang="en-US" sz="14" b="0" i="0" u="none"><a:solidFill><a:srgbClr val="B0C4D8"/></a:solidFill></a:rPr><a:t>代码补全 · 搜索替换</a:t></a:r></a:p></p:txBody></p:sp><p:sp><p:nvSpPr><p:cNvPr id="100" name="Shape"/><p:cNvSpPr/><p:nvPr/></p:nvSpPr><p:spPr><a:xfrm><a:off x="4429125" y="3238500"/><a:ext cx="3333750" cy="1333500"/></a:xfrm><a:prstGeom prst="roundRect"><a:avLst><a:gd name="adj" fmla="val 2857"/></a:avLst></a:prstGeom><a:solidFill><a:srgbClr val="9664C8"><a:alpha val="100000"/></a:srgbClr></a:solidFill><a:ln w="12700"><a:solidFill><a:srgbClr val="9664C8"><a:alpha val="100000"/></a:srgbClr></a:solidFill></a:ln></p:sp><p:sp><p:nvSpPr><p:cNvPr id="100" name="TextBox"/><p:cNvSpPr/><p:nvPr/></p:nvSpPr><p:spPr><a:xfrm><a:off x="4714875" y="3619500"/><a:ext cx="12192000" cy="320040"/></a:xfrm><p:txBody><a:bodyPr wrap="square" rtlCol="0" anchor="t"/><a:lstStyle/><a:p><a:pPr algn="l"/><a:r><a:rPr lang="en-US" sz="18" b="0" i="0" u="none"><a:solidFill><a:srgbClr val="9664C8"/></a:solidFill></a:rPr><a:t>PDF 阅读器</a:t></a:r></a:p></p:txBody></p:sp><p:sp><p:nvSpPr><p:cNvPr id="100" name="TextBox"/><p:cNvSpPr/><p:nvPr/></p:nvSpPr><p:spPr><a:xfrm><a:off x="4714875" y="3857625"/><a:ext cx="12192000" cy="248920"/></a:xfrm><p:txBody><a:bodyPr wrap="square" rtlCol="0" anchor="t"/><a:lstStyle/><a:p><a:pPr algn="l"/><a:r><a:rPr lang="en-US" sz="14" b="0" i="0" u="none"><a:solidFill><a:srgbClr val="B0C4D8"/></a:solidFill></a:rPr><a:t>内嵌 pdf.js 引擎</a:t></a:r></a:p></p:txBody></p:sp><p:sp><p:nvSpPr><p:cNvPr id="100" name="TextBox"/><p:cNvSpPr/><p:nvPr/></p:nvSpPr><p:spPr><a:xfrm><a:off x="4714875" y="4076700"/><a:ext cx="12192000" cy="248920"/></a:xfrm><p:txBody><a:bodyPr wrap="square" rtlCol="0" anchor="t"/><a:lstStyle/><a:p><a:pPr algn="l"/><a:r><a:rPr lang="en-US" sz="14" b="0" i="0" u="none"><a:solidFill><a:srgbClr val="B0C4D8"/></a:solidFill></a:rPr><a:t>流畅翻页 · 文本选择</a:t></a:r></a:p></p:txBody></p:sp><p:sp><p:nvSpPr><p:cNvPr id="100" name="TextBox"/><p:cNvSpPr/><p:nvPr/></p:nvSpPr><p:spPr><a:xfrm><a:off x="4714875" y="4295775"/><a:ext cx="12192000" cy="248920"/></a:xfrm><p:txBody><a:bodyPr wrap="square" rtlCol="0" anchor="t"/><a:lstStyle/><a:p><a:pPr algn="l"/><a:r><a:rPr lang="en-US" sz="14" b="0" i="0" u="none"><a:solidFill><a:srgbClr val="B0C4D8"/></a:solidFill></a:rPr><a:t>支持大文件分页加载</a:t></a:r></a:p></p:txBody></p:sp><p:sp><p:nvSpPr><p:cNvPr id="100" name="Shape"/><p:cNvSpPr/><p:nvPr/></p:nvSpPr><p:spPr><a:xfrm><a:off x="8096250" y="3238500"/><a:ext cx="3333750" cy="1333500"/></a:xfrm><a:prstGeom prst="roundRect"><a:avLst><a:gd name="adj" fmla="val 2857"/></a:avLst></a:prstGeom><a:solidFill><a:srgbClr val="C85078"><a:alpha val="100000"/></a:srgbClr></a:solidFill><a:ln w="12700"><a:solidFill><a:srgbClr val="C85078"><a:alpha val="100000"/></a:srgbClr></a:solidFill></a:ln></p:sp><p:sp><p:nvSpPr><p:cNvPr id="100" name="TextBox"/><p:cNvSpPr/><p:nvPr/></p:nvSpPr><p:spPr><a:xfrm><a:off x="8382000" y="3619500"/><a:ext cx="12192000" cy="320040"/></a:xfrm><p:txBody><a:bodyPr wrap="square" rtlCol="0" anchor="t"/><a:lstStyle/><a:p><a:pPr algn="l"/><a:r><a:rPr lang="en-US" sz="18" b="0" i="0" u="none"><a:solidFill><a:srgbClr val="C85078"/></a:solidFill></a:rPr><a:t>SVG 图形编辑器</a:t></a:r></a:p></p:txBody></p:sp><p:sp><p:nvSpPr><p:cNvPr id="100" name="TextBox"/><p:cNvSpPr/><p:nvPr/></p:nvSpPr><p:spPr><a:xfrm><a:off x="8382000" y="3857625"/><a:ext cx="12192000" cy="248920"/></a:xfrm><p:txBody><a:bodyPr wrap="square" rtlCol="0" anchor="t"/><a:lstStyle/><a:p><a:pPr algn="l"/><a:r><a:rPr lang="en-US" sz="14" b="0" i="0" u="none"><a:solidFill><a:srgbClr val="B0C4D8"/></a:solidFill></a:rPr><a:t>原生 SVG 编辑能力</a:t></a:r></a:p></p:txBody></p:sp><p:sp><p:nvSpPr><p:cNvPr id="100" name="TextBox"/><p:cNvSpPr/><p:nvPr/></p:nvSpPr><p:spPr><a:xfrm><a:off x="8382000" y="4076700"/><a:ext cx="12192000" cy="248920"/></a:xfrm><p:txBody><a:bodyPr wrap="square" rtlCol="0" anchor="t"/><a:lstStyle/><a:p><a:pPr algn="l"/><a:r><a:rPr lang="en-US" sz="14" b="0" i="0" u="none"><a:solidFill><a:srgbClr val="B0C4D8"/></a:solidFill></a:rPr><a:t>矢量图形 · 缩放不失真</a:t></a:r></a:p></p:txBody></p:sp><p:sp><p:nvSpPr><p:cNvPr id="100" name="TextBox"/><p:cNvSpPr/><p:nvPr/></p:nvSpPr><p:spPr><a:xfrm><a:off x="8382000" y="4295775"/><a:ext cx="12192000" cy="248920"/></a:xfrm><p:txBody><a:bodyPr wrap="square" rtlCol="0" anchor="t"/><a:lstStyle/><a:p><a:pPr algn="l"/><a:r><a:rPr lang="en-US" sz="14" b="0" i="0" u="none"><a:solidFill><a:srgbClr val="B0C4D8"/></a:solidFill></a:rPr><a:t>可导出为标准 SVG</a:t></a:r></a:p></p:txBody></p:sp><p:sp><p:nvSpPr><p:cNvPr id="100" name="Shape"/><p:cNvSpPr/><p:nvPr/></p:nvSpPr><p:spPr><a:xfrm><a:off x="762000" y="5048250"/><a:ext cx="10668000" cy="476250"/></a:xfrm><a:prstGeom prst="roundRect"><a:avLst><a:gd name="adj" fmla="val 714"/></a:avLst></a:prstGeom><a:solidFill><a:srgbClr val="FFFFFF"><a:alpha val="100000"/></a:srgbClr></a:solidFill><a:ln w="12700"><a:solidFill><a:srgbClr val="FFFFFF"><a:alpha val="100000"/></a:srgbClr></a:solidFill></a:ln></p:sp><p:sp><p:nvSpPr><p:cNvPr id="100" name="TextBox"/><p:cNvSpPr/><p:nvPr/></p:nvSpPr><p:spPr><a:xfrm><a:off x="0" y="5334000"/><a:ext cx="12192000" cy="266700"/></a:xfrm><p:txBody><a:bodyPr wrap="square" rtlCol="0" anchor="t"/><a:lstStyle/><a:p><a:pPr algn="ctr"/><a:r><a:rPr lang="en-US" sz="15" b="0" i="0" u="none"><a:solidFill><a:srgbClr val="7090B0"/></a:solidFill></a:rPr><a:t>统一的标签页管理 · 拖拽排序 · 智能文件类型识别 · 自动保存</a:t></a:r></a:p></p:txBody></p:sp></p:spTree></p:cSld></p:sld>
</file>

<file path=ppt/slides/slide5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100" name="Shape"/><p:cNvSpPr/><p:nvPr/></p:nvSpPr><p:spPr><a:xfrm><a:off x="0" y="0"/><a:ext cx="12192000" cy="6858000"/></a:xfrm><a:prstGeom prst="rect"><a:avLst/></a:prstGeom><a:solidFill><a:srgbClr val="0F0F23"><a:alpha val="100000"/></a:srgbClr></a:solidFill><a:ln><a:noFill/></a:ln></p:sp><p:sp><p:nvSpPr><p:cNvPr id="100" name="TextBox"/><p:cNvSpPr/><p:nvPr/></p:nvSpPr><p:spPr><a:xfrm><a:off x="762000" y="1047750"/><a:ext cx="12192000" cy="640080"/></a:xfrm><p:txBody><a:bodyPr wrap="square" rtlCol="0" anchor="t"/><a:lstStyle/><a:p><a:pPr algn="l"/><a:r><a:rPr lang="en-US" sz="36" b="0" i="0" u="none"><a:solidFill><a:srgbClr val="FFFFFF"/></a:solidFill></a:rPr><a:t>智能特性</a:t></a:r></a:p></p:txBody></p:sp><p:cxnSp><p:nvCxnSpPr><p:cNvPr id="100" name="Line"/><p:cNvCxnSpPr/><p:nvPr/></p:nvCxnSpPr><p:spPr><a:xfrm><a:off x="762000" y="1190625"/><a:ext cx="3048000" cy="0"/></a:xfrm><a:prstGeom prst="line"><a:avLst/></a:prstGeom><a:ln w="12700"><a:solidFill><a:srgbClr val="FFFFFF"/></a:solidFill></a:ln></p:spPr></p:cxnSp><p:sp><p:nvSpPr><p:cNvPr id="100" name="Shape"/><p:cNvSpPr/><p:nvPr/></p:nvSpPr><p:spPr><a:xfrm><a:off x="762000" y="1619250"/><a:ext cx="5143500" cy="2286000"/></a:xfrm><a:prstGeom prst="roundRect"><a:avLst><a:gd name="adj" fmla="val 2222"/></a:avLst></a:prstGeom><a:solidFill><a:srgbClr val="00D2FF"><a:alpha val="100000"/></a:srgbClr></a:solidFill><a:ln w="19050"><a:solidFill><a:srgbClr val="00D2FF"><a:alpha val="100000"/></a:srgbClr></a:solidFill></a:ln></p:sp><p:sp><p:nvSpPr><p:cNvPr id="100" name="Shape"/><p:cNvSpPr/><p:nvPr/></p:nvSpPr><p:spPr><a:xfrm><a:off x="762000" y="1619250"/><a:ext cx="5143500" cy="419100"/></a:xfrm><a:prstGeom prst="roundRect"><a:avLst><a:gd name="adj" fmla="val 2222"/></a:avLst></a:prstGeom><a:solidFill><a:srgbClr val="00D2FF"><a:alpha val="100000"/></a:srgbClr></a:solidFill><a:ln><a:noFill/></a:ln></p:sp><p:sp><p:nvSpPr><p:cNvPr id="100" name="TextBox"/><p:cNvSpPr/><p:nvPr/></p:nvSpPr><p:spPr><a:xfrm><a:off x="1047750" y="1885950"/><a:ext cx="12192000" cy="355600"/></a:xfrm><p:txBody><a:bodyPr wrap="square" rtlCol="0" anchor="t"/><a:lstStyle/><a:p><a:pPr algn="l"/><a:r><a:rPr lang="en-US" sz="20" b="0" i="0" u="none"><a:solidFill><a:srgbClr val="00D2FF"/></a:solidFill></a:rPr><a:t>智能差异对比</a:t></a:r></a:p></p:txBody></p:sp><p:sp><p:nvSpPr><p:cNvPr id="100" name="TextBox"/><p:cNvSpPr/><p:nvPr/></p:nvSpPr><p:spPr><a:xfrm><a:off x="1047750" y="2381250"/><a:ext cx="12192000" cy="266700"/></a:xfrm><p:txBody><a:bodyPr wrap="square" rtlCol="0" anchor="t"/><a:lstStyle/><a:p><a:pPr algn="l"/><a:r><a:rPr lang="en-US" sz="15" b="0" i="0" u="none"><a:solidFill><a:srgbClr val="C0D0E8"/></a:solidFill></a:rPr><a:t>AI 修改建议以行级差异对比呈现</a:t></a:r></a:p></p:txBody></p:sp><p:sp><p:nvSpPr><p:cNvPr id="100" name="TextBox"/><p:cNvSpPr/><p:nvPr/></p:nvSpPr><p:spPr><a:xfrm><a:off x="1047750" y="2667000"/><a:ext cx="12192000" cy="266700"/></a:xfrm><p:txBody><a:bodyPr wrap="square" rtlCol="0" anchor="t"/><a:lstStyle/><a:p><a:pPr algn="l"/><a:r><a:rPr lang="en-US" sz="15" b="0" i="0" u="none"><a:solidFill><a:srgbClr val="C0D0E8"/></a:solidFill></a:rPr><a:t>逐行高亮显示增加/删除/修改</a:t></a:r></a:p></p:txBody></p:sp><p:sp><p:nvSpPr><p:cNvPr id="100" name="TextBox"/><p:cNvSpPr/><p:nvPr/></p:nvSpPr><p:spPr><a:xfrm><a:off x="1047750" y="2952750"/><a:ext cx="12192000" cy="266700"/></a:xfrm><p:txBody><a:bodyPr wrap="square" rtlCol="0" anchor="t"/><a:lstStyle/><a:p><a:pPr algn="l"/><a:r><a:rPr lang="en-US" sz="15" b="0" i="0" u="none"><a:solidFill><a:srgbClr val="C0D0E8"/></a:solidFill></a:rPr><a:t>用户可逐条审阅、接受或拒绝</a:t></a:r></a:p></p:txBody></p:sp><p:sp><p:nvSpPr><p:cNvPr id="100" name="TextBox"/><p:cNvSpPr/><p:nvPr/></p:nvSpPr><p:spPr><a:xfrm><a:off x="1047750" y="3238500"/><a:ext cx="12192000" cy="266700"/></a:xfrm><p:txBody><a:bodyPr wrap="square" rtlCol="0" anchor="t"/><a:lstStyle/><a:p><a:pPr algn="l"/><a:r><a:rPr lang="en-US" sz="15" b="0" i="0" u="none"><a:solidFill><a:srgbClr val="C0D0E8"/></a:solidFill></a:rPr><a:t>完全掌控编辑过程，安全透明</a:t></a:r></a:p></p:txBody></p:sp><p:sp><p:nvSpPr><p:cNvPr id="100" name="TextBox"/><p:cNvSpPr/><p:nvPr/></p:nvSpPr><p:spPr><a:xfrm><a:off x="1047750" y="3571875"/><a:ext cx="12192000" cy="231140"/></a:xfrm><p:txBody><a:bodyPr wrap="square" rtlCol="0" anchor="t"/><a:lstStyle/><a:p><a:pPr algn="l"/><a:r><a:rPr lang="en-US" sz="13" b="0" i="0" u="none"><a:solidFill><a:srgbClr val="6090B0"/></a:solidFill></a:rPr><a:t>支持 Markdown、Word、代码等多种格式的差异对比</a:t></a:r></a:p></p:txBody></p:sp><p:sp><p:nvSpPr><p:cNvPr id="100" name="Shape"/><p:cNvSpPr/><p:nvPr/></p:nvSpPr><p:spPr><a:xfrm><a:off x="6286500" y="1619250"/><a:ext cx="5143500" cy="2286000"/></a:xfrm><a:prstGeom prst="roundRect"><a:avLst><a:gd name="adj" fmla="val 2222"/></a:avLst></a:prstGeom><a:solidFill><a:srgbClr val="64C896"><a:alpha val="100000"/></a:srgbClr></a:solidFill><a:ln w="19050"><a:solidFill><a:srgbClr val="64C896"><a:alpha val="100000"/></a:srgbClr></a:solidFill></a:ln></p:sp><p:sp><p:nvSpPr><p:cNvPr id="100" name="Shape"/><p:cNvSpPr/><p:nvPr/></p:nvSpPr><p:spPr><a:xfrm><a:off x="6286500" y="1619250"/><a:ext cx="5143500" cy="419100"/></a:xfrm><a:prstGeom prst="roundRect"><a:avLst><a:gd name="adj" fmla="val 2222"/></a:avLst></a:prstGeom><a:solidFill><a:srgbClr val="64C896"><a:alpha val="100000"/></a:srgbClr></a:solidFill><a:ln><a:noFill/></a:ln></p:sp><p:sp><p:nvSpPr><p:cNvPr id="100" name="TextBox"/><p:cNvSpPr/><p:nvPr/></p:nvSpPr><p:spPr><a:xfrm><a:off x="6572250" y="1885950"/><a:ext cx="12192000" cy="355600"/></a:xfrm><p:txBody><a:bodyPr wrap="square" rtlCol="0" anchor="t"/><a:lstStyle/><a:p><a:pPr algn="l"/><a:r><a:rPr lang="en-US" sz="20" b="0" i="0" u="none"><a:solidFill><a:srgbClr val="6CC8A0"/></a:solidFill></a:rPr><a:t>知识库系统</a:t></a:r></a:p></p:txBody></p:sp><p:sp><p:nvSpPr><p:cNvPr id="100" name="TextBox"/><p:cNvSpPr/><p:nvPr/></p:nvSpPr><p:spPr><a:xfrm><a:off x="6572250" y="2381250"/><a:ext cx="12192000" cy="266700"/></a:xfrm><p:txBody><a:bodyPr wrap="square" rtlCol="0" anchor="t"/><a:lstStyle/><a:p><a:pPr algn="l"/><a:r><a:rPr lang="en-US" sz="15" b="0" i="0" u="none"><a:solidFill><a:srgbClr val="C0D0E8"/></a:solidFill></a:rPr><a:t>工作区语义知识库构建</a:t></a:r></a:p></p:txBody></p:sp><p:sp><p:nvSpPr><p:cNvPr id="100" name="TextBox"/><p:cNvSpPr/><p:nvPr/></p:nvSpPr><p:spPr><a:xfrm><a:off x="6572250" y="2667000"/><a:ext cx="12192000" cy="266700"/></a:xfrm><p:txBody><a:bodyPr wrap="square" rtlCol="0" anchor="t"/><a:lstStyle/><a:p><a:pPr algn="l"/><a:r><a:rPr lang="en-US" sz="15" b="0" i="0" u="none"><a:solidFill><a:srgbClr val="C0D0E8"/></a:solidFill></a:rPr><a:t>自动文档索引与向量化</a:t></a:r></a:p></p:txBody></p:sp><p:sp><p:nvSpPr><p:cNvPr id="100" name="TextBox"/><p:cNvSpPr/><p:nvPr/></p:nvSpPr><p:spPr><a:xfrm><a:off x="6572250" y="2952750"/><a:ext cx="12192000" cy="266700"/></a:xfrm><p:txBody><a:bodyPr wrap="square" rtlCol="0" anchor="t"/><a:lstStyle/><a:p><a:pPr algn="l"/><a:r><a:rPr lang="en-US" sz="15" b="0" i="0" u="none"><a:solidFill><a:srgbClr val="C0D0E8"/></a:solidFill></a:rPr><a:t>智能语义检索（相似度搜索）</a:t></a:r></a:p></p:txBody></p:sp><p:sp><p:nvSpPr><p:cNvPr id="100" name="TextBox"/><p:cNvSpPr/><p:nvPr/></p:nvSpPr><p:spPr><a:xfrm><a:off x="6572250" y="3238500"/><a:ext cx="12192000" cy="266700"/></a:xfrm><p:txBody><a:bodyPr wrap="square" rtlCol="0" anchor="t"/><a:lstStyle/><a:p><a:pPr algn="l"/><a:r><a:rPr lang="en-US" sz="15" b="0" i="0" u="none"><a:solidFill><a:srgbClr val="C0D0E8"/></a:solidFill></a:rPr><a:t>上下文感知的 AI 问答</a:t></a:r></a:p></p:txBody></p:sp><p:sp><p:nvSpPr><p:cNvPr id="100" name="TextBox"/><p:cNvSpPr/><p:nvPr/></p:nvSpPr><p:spPr><a:xfrm><a:off x="6572250" y="3571875"/><a:ext cx="12192000" cy="231140"/></a:xfrm><p:txBody><a:bodyPr wrap="square" rtlCol="0" anchor="t"/><a:lstStyle/><a:p><a:pPr algn="l"/><a:r><a:rPr lang="en-US" sz="13" b="0" i="0" u="none"><a:solidFill><a:srgbClr val="6090B0"/></a:solidFill></a:rPr><a:t>支持多种嵌入模型：bge-small/large-zh</a:t></a:r></a:p></p:txBody></p:sp><p:sp><p:nvSpPr><p:cNvPr id="100" name="Shape"/><p:cNvSpPr/><p:nvPr/></p:nvSpPr><p:spPr><a:xfrm><a:off x="762000" y="4286250"/><a:ext cx="10668000" cy="1428750"/></a:xfrm><a:prstGeom prst="roundRect"><a:avLst><a:gd name="adj" fmla="val 1071"/></a:avLst></a:prstGeom><a:solidFill><a:srgbClr val="3A7BD5"><a:alpha val="100000"/></a:srgbClr></a:solidFill><a:ln w="19050"><a:solidFill><a:srgbClr val="3A7BD5"><a:alpha val="100000"/></a:srgbClr></a:solidFill></a:ln></p:sp><p:sp><p:nvSpPr><p:cNvPr id="100" name="Shape"/><p:cNvSpPr/><p:nvPr/></p:nvSpPr><p:spPr><a:xfrm><a:off x="762000" y="4286250"/><a:ext cx="10668000" cy="419100"/></a:xfrm><a:prstGeom prst="roundRect"><a:avLst><a:gd name="adj" fmla="val 1071"/></a:avLst></a:prstGeom><a:solidFill><a:srgbClr val="3A7BD5"><a:alpha val="100000"/></a:srgbClr></a:solidFill><a:ln><a:noFill/></a:ln></p:sp><p:sp><p:nvSpPr><p:cNvPr id="100" name="TextBox"/><p:cNvSpPr/><p:nvPr/></p:nvSpPr><p:spPr><a:xfrm><a:off x="1047750" y="4552950"/><a:ext cx="12192000" cy="355600"/></a:xfrm><p:txBody><a:bodyPr wrap="square" rtlCol="0" anchor="t"/><a:lstStyle/><a:p><a:pPr algn="l"/><a:r><a:rPr lang="en-US" sz="20" b="0" i="0" u="none"><a:solidFill><a:srgbClr val="5A9BE5"/></a:solidFill></a:rPr><a:t>云服务与模型支持</a:t></a:r></a:p></p:txBody></p:sp><p:sp><p:nvSpPr><p:cNvPr id="100" name="TextBox"/><p:cNvSpPr/><p:nvPr/></p:nvSpPr><p:spPr><a:xfrm><a:off x="1047750" y="4953000"/><a:ext cx="12192000" cy="266700"/></a:xfrm><p:txBody><a:bodyPr wrap="square" rtlCol="0" anchor="t"/><a:lstStyle/><a:p><a:pPr algn="l"/><a:r><a:rPr lang="en-US" sz="15" b="0" i="0" u="none"><a:solidFill><a:srgbClr val="C0D0E8"/></a:solidFill></a:rPr><a:t>inkuo Cloud 集成 · 多模型提供商切换（OpenAI / DeepSeek / Ollama 等）</a:t></a:r></a:p></p:txBody></p:sp><p:sp><p:nvSpPr><p:cNvPr id="100" name="TextBox"/><p:cNvSpPr/><p:nvPr/></p:nvSpPr><p:spPr><a:xfrm><a:off x="1047750" y="5238750"/><a:ext cx="12192000" cy="266700"/></a:xfrm><p:txBody><a:bodyPr wrap="square" rtlCol="0" anchor="t"/><a:lstStyle/><a:p><a:pPr algn="l"/><a:r><a:rPr lang="en-US" sz="15" b="0" i="0" u="none"><a:solidFill><a:srgbClr val="C0D0E8"/></a:solidFill></a:rPr><a:t>可配置的 API 设置 · 温度/最大 Token 参数 · 灵活的模型路由</a:t></a:r></a:p></p:txBody></p:sp></p:spTree></p:cSld></p:sld>
</file>

<file path=ppt/slides/slide6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100" name="Shape"/><p:cNvSpPr/><p:nvPr/></p:nvSpPr><p:spPr><a:xfrm><a:off x="0" y="0"/><a:ext cx="12192000" cy="6858000"/></a:xfrm><a:prstGeom prst="rect"><a:avLst/></a:prstGeom><a:solidFill><a:srgbClr val="0F0F23"><a:alpha val="100000"/></a:srgbClr></a:solidFill><a:ln><a:noFill/></a:ln></p:sp><p:sp><p:nvSpPr><p:cNvPr id="100" name="TextBox"/><p:cNvSpPr/><p:nvPr/></p:nvSpPr><p:spPr><a:xfrm><a:off x="762000" y="1047750"/><a:ext cx="12192000" cy="640080"/></a:xfrm><p:txBody><a:bodyPr wrap="square" rtlCol="0" anchor="t"/><a:lstStyle/><a:p><a:pPr algn="l"/><a:r><a:rPr lang="en-US" sz="36" b="0" i="0" u="none"><a:solidFill><a:srgbClr val="FFFFFF"/></a:solidFill></a:rPr><a:t>技术架构</a:t></a:r></a:p></p:txBody></p:sp><p:cxnSp><p:nvCxnSpPr><p:cNvPr id="100" name="Line"/><p:cNvCxnSpPr/><p:nvPr/></p:nvCxnSpPr><p:spPr><a:xfrm><a:off x="762000" y="1190625"/><a:ext cx="3048000" cy="0"/></a:xfrm><a:prstGeom prst="line"><a:avLst/></a:prstGeom><a:ln w="12700"><a:solidFill><a:srgbClr val="FFFFFF"/></a:solidFill></a:ln></p:spPr></p:cxnSp><p:sp><p:nvSpPr><p:cNvPr id="100" name="Shape"/><p:cNvSpPr/><p:nvPr/></p:nvSpPr><p:spPr><a:xfrm><a:off x="762000" y="1619250"/><a:ext cx="10668000" cy="666750"/></a:xfrm><a:prstGeom prst="roundRect"><a:avLst><a:gd name="adj" fmla="val 714"/></a:avLst></a:prstGeom><a:solidFill><a:srgbClr val="00D2FF"><a:alpha val="100000"/></a:srgbClr></a:solidFill><a:ln w="19050"><a:solidFill><a:srgbClr val="00D2FF"><a:alpha val="100000"/></a:srgbClr></a:solidFill></a:ln></p:sp><p:sp><p:nvSpPr><p:cNvPr id="100" name="TextBox"/><p:cNvSpPr/><p:nvPr/></p:nvSpPr><p:spPr><a:xfrm><a:off x="1047750" y="2000250"/><a:ext cx="12192000" cy="284480"/></a:xfrm><p:txBody><a:bodyPr wrap="square" rtlCol="0" anchor="t"/><a:lstStyle/><a:p><a:pPr algn="l"/><a:r><a:rPr lang="en-US" sz="16" b="0" i="0" u="none"><a:solidFill><a:srgbClr val="00D2FF"/></a:solidFill></a:rPr><a:t>桌面外壳</a:t></a:r></a:p></p:txBody></p:sp><p:sp><p:nvSpPr><p:cNvPr id="100" name="TextBox"/><p:cNvSpPr/><p:nvPr/></p:nvSpPr><p:spPr><a:xfrm><a:off x="3048000" y="2000250"/><a:ext cx="12192000" cy="248920"/></a:xfrm><p:txBody><a:bodyPr wrap="square" rtlCol="0" anchor="t"/><a:lstStyle/><a:p><a:pPr algn="l"/><a:r><a:rPr lang="en-US" sz="14" b="0" i="0" u="none"><a:solidFill><a:srgbClr val="B0C4D8"/></a:solidFill></a:rPr><a:t>Tauri 2（Rust 后端）</a:t></a:r></a:p></p:txBody></p:sp><p:sp><p:nvSpPr><p:cNvPr id="100" name="TextBox"/><p:cNvSpPr/><p:nvPr/></p:nvSpPr><p:spPr><a:xfrm><a:off x="5524500" y="2000250"/><a:ext cx="12192000" cy="248920"/></a:xfrm><p:txBody><a:bodyPr wrap="square" rtlCol="0" anchor="t"/><a:lstStyle/><a:p><a:pPr algn="l"/><a:r><a:rPr lang="en-US" sz="14" b="0" i="0" u="none"><a:solidFill><a:srgbClr val="B0C4D8"/></a:solidFill></a:rPr><a:t>WebView2 渲染引擎</a:t></a:r></a:p></p:txBody></p:sp><p:sp><p:nvSpPr><p:cNvPr id="100" name="TextBox"/><p:cNvSpPr/><p:nvPr/></p:nvSpPr><p:spPr><a:xfrm><a:off x="8001000" y="2000250"/><a:ext cx="12192000" cy="248920"/></a:xfrm><p:txBody><a:bodyPr wrap="square" rtlCol="0" anchor="t"/><a:lstStyle/><a:p><a:pPr algn="l"/><a:r><a:rPr lang="en-US" sz="14" b="0" i="0" u="none"><a:solidFill><a:srgbClr val="B0C4D8"/></a:solidFill></a:rPr><a:t>原生文件系统 · 系统对话框 · 多窗口</a:t></a:r></a:p></p:txBody></p:sp><p:sp><p:nvSpPr><p:cNvPr id="100" name="TextBox"/><p:cNvSpPr/><p:nvPr/></p:nvSpPr><p:spPr><a:xfrm><a:off x="0" y="2495550"/><a:ext cx="12192000" cy="355600"/></a:xfrm><p:txBody><a:bodyPr wrap="square" rtlCol="0" anchor="t"/><a:lstStyle/><a:p><a:pPr algn="ctr"/><a:r><a:rPr lang="en-US" sz="20" b="0" i="0" u="none"><a:solidFill><a:srgbClr val="404060"/></a:solidFill></a:rPr><a:t>▼</a:t></a:r></a:p></p:txBody></p:sp><p:sp><p:nvSpPr><p:cNvPr id="100" name="Shape"/><p:cNvSpPr/><p:nvPr/></p:nvSpPr><p:spPr><a:xfrm><a:off x="762000" y="2619375"/><a:ext cx="10668000" cy="666750"/></a:xfrm><a:prstGeom prst="roundRect"><a:avLst><a:gd name="adj" fmla="val 714"/></a:avLst></a:prstGeom><a:solidFill><a:srgbClr val="3A7BD5"><a:alpha val="100000"/></a:srgbClr></a:solidFill><a:ln w="19050"><a:solidFill><a:srgbClr val="3A7BD5"><a:alpha val="100000"/></a:srgbClr></a:solidFill></a:ln></p:sp><p:sp><p:nvSpPr><p:cNvPr id="100" name="TextBox"/><p:cNvSpPr/><p:nvPr/></p:nvSpPr><p:spPr><a:xfrm><a:off x="1047750" y="3000375"/><a:ext cx="12192000" cy="284480"/></a:xfrm><p:txBody><a:bodyPr wrap="square" rtlCol="0" anchor="t"/><a:lstStyle/><a:p><a:pPr algn="l"/><a:r><a:rPr lang="en-US" sz="16" b="0" i="0" u="none"><a:solidFill><a:srgbClr val="5A9BE5"/></a:solidFill></a:rPr><a:t>前端框架</a:t></a:r></a:p></p:txBody></p:sp><p:sp><p:nvSpPr><p:cNvPr id="100" name="TextBox"/><p:cNvSpPr/><p:nvPr/></p:nvSpPr><p:spPr><a:xfrm><a:off x="3048000" y="3000375"/><a:ext cx="12192000" cy="248920"/></a:xfrm><p:txBody><a:bodyPr wrap="square" rtlCol="0" anchor="t"/><a:lstStyle/><a:p><a:pPr algn="l"/><a:r><a:rPr lang="en-US" sz="14" b="0" i="0" u="none"><a:solidFill><a:srgbClr val="B0C4D8"/></a:solidFill></a:rPr><a:t>React 19 + TypeScript</a:t></a:r></a:p></p:txBody></p:sp><p:sp><p:nvSpPr><p:cNvPr id="100" name="TextBox"/><p:cNvSpPr/><p:nvPr/></p:nvSpPr><p:spPr><a:xfrm><a:off x="5524500" y="3000375"/><a:ext cx="12192000" cy="248920"/></a:xfrm><p:txBody><a:bodyPr wrap="square" rtlCol="0" anchor="t"/><a:lstStyle/><a:p><a:pPr algn="l"/><a:r><a:rPr lang="en-US" sz="14" b="0" i="0" u="none"><a:solidFill><a:srgbClr val="B0C4D8"/></a:solidFill></a:rPr><a:t>Vite 7 构建</a:t></a:r></a:p></p:txBody></p:sp><p:sp><p:nvSpPr><p:cNvPr id="100" name="TextBox"/><p:cNvSpPr/><p:nvPr/></p:nvSpPr><p:spPr><a:xfrm><a:off x="8001000" y="3000375"/><a:ext cx="12192000" cy="248920"/></a:xfrm><p:txBody><a:bodyPr wrap="square" rtlCol="0" anchor="t"/><a:lstStyle/><a:p><a:pPr algn="l"/><a:r><a:rPr lang="en-US" sz="14" b="0" i="0" u="none"><a:solidFill><a:srgbClr val="B0C4D8"/></a:solidFill></a:rPr><a:t>Zustand 5 状态管理</a:t></a:r></a:p></p:txBody></p:sp><p:sp><p:nvSpPr><p:cNvPr id="100" name="TextBox"/><p:cNvSpPr/><p:nvPr/></p:nvSpPr><p:spPr><a:xfrm><a:off x="0" y="3495675"/><a:ext cx="12192000" cy="355600"/></a:xfrm><p:txBody><a:bodyPr wrap="square" rtlCol="0" anchor="t"/><a:lstStyle/><a:p><a:pPr algn="ctr"/><a:r><a:rPr lang="en-US" sz="20" b="0" i="0" u="none"><a:solidFill><a:srgbClr val="404060"/></a:solidFill></a:rPr><a:t>▼</a:t></a:r></a:p></p:txBody></p:sp><p:sp><p:nvSpPr><p:cNvPr id="100" name="Shape"/><p:cNvSpPr/><p:nvPr/></p:nvSpPr><p:spPr><a:xfrm><a:off x="762000" y="3619500"/><a:ext cx="10668000" cy="666750"/></a:xfrm><a:prstGeom prst="roundRect"><a:avLst><a:gd name="adj" fmla="val 714"/></a:avLst></a:prstGeom><a:solidFill><a:srgbClr val="64C896"><a:alpha val="100000"/></a:srgbClr></a:solidFill><a:ln w="19050"><a:solidFill><a:srgbClr val="64C896"><a:alpha val="100000"/></a:srgbClr></a:solidFill></a:ln></p:sp><p:sp><p:nvSpPr><p:cNvPr id="100" name="TextBox"/><p:cNvSpPr/><p:nvPr/></p:nvSpPr><p:spPr><a:xfrm><a:off x="1047750" y="4000500"/><a:ext cx="12192000" cy="284480"/></a:xfrm><p:txBody><a:bodyPr wrap="square" rtlCol="0" anchor="t"/><a:lstStyle/><a:p><a:pPr algn="l"/><a:r><a:rPr lang="en-US" sz="16" b="0" i="0" u="none"><a:solidFill><a:srgbClr val="6CC8A0"/></a:solidFill></a:rPr><a:t>编辑器核心</a:t></a:r></a:p></p:txBody></p:sp><p:sp><p:nvSpPr><p:cNvPr id="100" name="TextBox"/><p:cNvSpPr/><p:nvPr/></p:nvSpPr><p:spPr><a:xfrm><a:off x="3048000" y="4000500"/><a:ext cx="12192000" cy="248920"/></a:xfrm><p:txBody><a:bodyPr wrap="square" rtlCol="0" anchor="t"/><a:lstStyle/><a:p><a:pPr algn="l"/><a:r><a:rPr lang="en-US" sz="14" b="0" i="0" u="none"><a:solidFill><a:srgbClr val="B0C4D8"/></a:solidFill></a:rPr><a:t>ProseMirror（富文本）</a:t></a:r></a:p></p:txBody></p:sp><p:sp><p:nvSpPr><p:cNvPr id="100" name="TextBox"/><p:cNvSpPr/><p:nvPr/></p:nvSpPr><p:spPr><a:xfrm><a:off x="5524500" y="4000500"/><a:ext cx="12192000" cy="248920"/></a:xfrm><p:txBody><a:bodyPr wrap="square" rtlCol="0" anchor="t"/><a:lstStyle/><a:p><a:pPr algn="l"/><a:r><a:rPr lang="en-US" sz="14" b="0" i="0" u="none"><a:solidFill><a:srgbClr val="B0C4D8"/></a:solidFill></a:rPr><a:t>CodeMirror（代码）</a:t></a:r></a:p></p:txBody></p:sp><p:sp><p:nvSpPr><p:cNvPr id="100" name="TextBox"/><p:cNvSpPr/><p:nvPr/></p:nvSpPr><p:spPr><a:xfrm><a:off x="8001000" y="4000500"/><a:ext cx="12192000" cy="248920"/></a:xfrm><p:txBody><a:bodyPr wrap="square" rtlCol="0" anchor="t"/><a:lstStyle/><a:p><a:pPr algn="l"/><a:r><a:rPr lang="en-US" sz="14" b="0" i="0" u="none"><a:solidFill><a:srgbClr val="B0C4D8"/></a:solidFill></a:rPr><a:t>FortuneSheet（表格）</a:t></a:r></a:p></p:txBody></p:sp><p:sp><p:nvSpPr><p:cNvPr id="100" name="TextBox"/><p:cNvSpPr/><p:nvPr/></p:nvSpPr><p:spPr><a:xfrm><a:off x="0" y="4495800"/><a:ext cx="12192000" cy="355600"/></a:xfrm><p:txBody><a:bodyPr wrap="square" rtlCol="0" anchor="t"/><a:lstStyle/><a:p><a:pPr algn="ctr"/><a:r><a:rPr lang="en-US" sz="20" b="0" i="0" u="none"><a:solidFill><a:srgbClr val="404060"/></a:solidFill></a:rPr><a:t>▼</a:t></a:r></a:p></p:txBody></p:sp><p:sp><p:nvSpPr><p:cNvPr id="100" name="Shape"/><p:cNvSpPr/><p:nvPr/></p:nvSpPr><p:spPr><a:xfrm><a:off x="762000" y="4619625"/><a:ext cx="10668000" cy="666750"/></a:xfrm><a:prstGeom prst="roundRect"><a:avLst><a:gd name="adj" fmla="val 714"/></a:avLst></a:prstGeom><a:solidFill><a:srgbClr val="C89650"><a:alpha val="100000"/></a:srgbClr></a:solidFill><a:ln w="19050"><a:solidFill><a:srgbClr val="C89650"><a:alpha val="100000"/></a:srgbClr></a:solidFill></a:ln></p:sp><p:sp><p:nvSpPr><p:cNvPr id="100" name="TextBox"/><p:cNvSpPr/><p:nvPr/></p:nvSpPr><p:spPr><a:xfrm><a:off x="1047750" y="5000625"/><a:ext cx="12192000" cy="284480"/></a:xfrm><p:txBody><a:bodyPr wrap="square" rtlCol="0" anchor="t"/><a:lstStyle/><a:p><a:pPr algn="l"/><a:r><a:rPr lang="en-US" sz="16" b="0" i="0" u="none"><a:solidFill><a:srgbClr val="C8A050"/></a:solidFill></a:rPr><a:t>AI 引擎与服务</a:t></a:r></a:p></p:txBody></p:sp><p:sp><p:nvSpPr><p:cNvPr id="100" name="TextBox"/><p:cNvSpPr/><p:nvPr/></p:nvSpPr><p:spPr><a:xfrm><a:off x="3048000" y="5000625"/><a:ext cx="12192000" cy="248920"/></a:xfrm><p:txBody><a:bodyPr wrap="square" rtlCol="0" anchor="t"/><a:lstStyle/><a:p><a:pPr algn="l"/><a:r><a:rPr lang="en-US" sz="14" b="0" i="0" u="none"><a:solidFill><a:srgbClr val="B0C4D8"/></a:solidFill></a:rPr><a:t>AI Agent 智能体系统</a:t></a:r></a:p></p:txBody></p:sp><p:sp><p:nvSpPr><p:cNvPr id="100" name="TextBox"/><p:cNvSpPr/><p:nvPr/></p:nvSpPr><p:spPr><a:xfrm><a:off x="5524500" y="5000625"/><a:ext cx="12192000" cy="248920"/></a:xfrm><p:txBody><a:bodyPr wrap="square" rtlCol="0" anchor="t"/><a:lstStyle/><a:p><a:pPr algn="l"/><a:r><a:rPr lang="en-US" sz="14" b="0" i="0" u="none"><a:solidFill><a:srgbClr val="B0C4D8"/></a:solidFill></a:rPr><a:t>知识库（向量搜索）</a:t></a:r></a:p></p:txBody></p:sp><p:sp><p:nvSpPr><p:cNvPr id="100" name="TextBox"/><p:cNvSpPr/><p:nvPr/></p:nvSpPr><p:spPr><a:xfrm><a:off x="8001000" y="5000625"/><a:ext cx="12192000" cy="248920"/></a:xfrm><p:txBody><a:bodyPr wrap="square" rtlCol="0" anchor="t"/><a:lstStyle/><a:p><a:pPr algn="l"/><a:r><a:rPr lang="en-US" sz="14" b="0" i="0" u="none"><a:solidFill><a:srgbClr val="B0C4D8"/></a:solidFill></a:rPr><a:t>inkuo Cloud 云服务</a:t></a:r></a:p></p:txBody></p:sp><p:sp><p:nvSpPr><p:cNvPr id="100" name="TextBox"/><p:cNvSpPr/><p:nvPr/></p:nvSpPr><p:spPr><a:xfrm><a:off x="0" y="5495925"/><a:ext cx="12192000" cy="355600"/></a:xfrm><p:txBody><a:bodyPr wrap="square" rtlCol="0" anchor="t"/><a:lstStyle/><a:p><a:pPr algn="ctr"/><a:r><a:rPr lang="en-US" sz="20" b="0" i="0" u="none"><a:solidFill><a:srgbClr val="404060"/></a:solidFill></a:rPr><a:t>▼</a:t></a:r></a:p></p:txBody></p:sp><p:sp><p:nvSpPr><p:cNvPr id="100" name="Shape"/><p:cNvSpPr/><p:nvPr/></p:nvSpPr><p:spPr><a:xfrm><a:off x="762000" y="5619750"/><a:ext cx="10668000" cy="666750"/></a:xfrm><a:prstGeom prst="roundRect"><a:avLst><a:gd name="adj" fmla="val 714"/></a:avLst></a:prstGeom><a:solidFill><a:srgbClr val="C85078"><a:alpha val="100000"/></a:srgbClr></a:solidFill><a:ln w="19050"><a:solidFill><a:srgbClr val="C85078"><a:alpha val="100000"/></a:srgbClr></a:solidFill></a:ln></p:sp><p:sp><p:nvSpPr><p:cNvPr id="100" name="TextBox"/><p:cNvSpPr/><p:nvPr/></p:nvSpPr><p:spPr><a:xfrm><a:off x="1047750" y="6000750"/><a:ext cx="12192000" cy="284480"/></a:xfrm><p:txBody><a:bodyPr wrap="square" rtlCol="0" anchor="t"/><a:lstStyle/><a:p><a:pPr algn="l"/><a:r><a:rPr lang="en-US" sz="16" b="0" i="0" u="none"><a:solidFill><a:srgbClr val="C85078"/></a:solidFill></a:rPr><a:t>文档解析引擎</a:t></a:r></a:p></p:txBody></p:sp><p:sp><p:nvSpPr><p:cNvPr id="100" name="TextBox"/><p:cNvSpPr/><p:nvPr/></p:nvSpPr><p:spPr><a:xfrm><a:off x="3048000" y="6000750"/><a:ext cx="12192000" cy="248920"/></a:xfrm><p:txBody><a:bodyPr wrap="square" rtlCol="0" anchor="t"/><a:lstStyle/><a:p><a:pPr algn="l"/><a:r><a:rPr lang="en-US" sz="14" b="0" i="0" u="none"><a:solidFill><a:srgbClr val="B0C4D8"/></a:solidFill></a:rPr><a:t>docx-editor-core（Word）</a:t></a:r></a:p></p:txBody></p:sp><p:sp><p:nvSpPr><p:cNvPr id="100" name="TextBox"/><p:cNvSpPr/><p:nvPr/></p:nvSpPr><p:spPr><a:xfrm><a:off x="5524500" y="6000750"/><a:ext cx="12192000" cy="248920"/></a:xfrm><p:txBody><a:bodyPr wrap="square" rtlCol="0" anchor="t"/><a:lstStyle/><a:p><a:pPr algn="l"/><a:r><a:rPr lang="en-US" sz="14" b="0" i="0" u="none"><a:solidFill><a:srgbClr val="B0C4D8"/></a:solidFill></a:rPr><a:t>xlsx（Excel）</a:t></a:r></a:p></p:txBody></p:sp><p:sp><p:nvSpPr><p:cNvPr id="100" name="TextBox"/><p:cNvSpPr/><p:nvPr/></p:nvSpPr><p:spPr><a:xfrm><a:off x="8001000" y="6000750"/><a:ext cx="12192000" cy="248920"/></a:xfrm><p:txBody><a:bodyPr wrap="square" rtlCol="0" anchor="t"/><a:lstStyle/><a:p><a:pPr algn="l"/><a:r><a:rPr lang="en-US" sz="14" b="0" i="0" u="none"><a:solidFill><a:srgbClr val="B0C4D8"/></a:solidFill></a:rPr><a:t>pdfjs-dist（PDF）</a:t></a:r></a:p></p:txBody></p:sp></p:spTree></p:cSld></p:sld>
</file>

<file path=ppt/slides/slide7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100" name="Shape"/><p:cNvSpPr/><p:nvPr/></p:nvSpPr><p:spPr><a:xfrm><a:off x="0" y="0"/><a:ext cx="12192000" cy="6858000"/></a:xfrm><a:prstGeom prst="rect"><a:avLst/></a:prstGeom><a:solidFill><a:srgbClr val="0F0F23"><a:alpha val="100000"/></a:srgbClr></a:solidFill><a:ln><a:noFill/></a:ln></p:sp><p:sp><p:nvSpPr><p:cNvPr id="100" name="TextBox"/><p:cNvSpPr/><p:nvPr/></p:nvSpPr><p:spPr><a:xfrm><a:off x="762000" y="1047750"/><a:ext cx="12192000" cy="640080"/></a:xfrm><p:txBody><a:bodyPr wrap="square" rtlCol="0" anchor="t"/><a:lstStyle/><a:p><a:pPr algn="l"/><a:r><a:rPr lang="en-US" sz="36" b="0" i="0" u="none"><a:solidFill><a:srgbClr val="FFFFFF"/></a:solidFill></a:rPr><a:t>跨平台支持与适用场景</a:t></a:r></a:p></p:txBody></p:sp><p:cxnSp><p:nvCxnSpPr><p:cNvPr id="100" name="Line"/><p:cNvCxnSpPr/><p:nvPr/></p:nvCxnSpPr><p:spPr><a:xfrm><a:off x="762000" y="1190625"/><a:ext cx="4476750" cy="0"/></a:xfrm><a:prstGeom prst="line"><a:avLst/></a:prstGeom><a:ln w="12700"><a:solidFill><a:srgbClr val="FFFFFF"/></a:solidFill></a:ln></p:spPr></p:cxnSp><p:sp><p:nvSpPr><p:cNvPr id="100" name="TextBox"/><p:cNvSpPr/><p:nvPr/></p:nvSpPr><p:spPr><a:xfrm><a:off x="762000" y="1714500"/><a:ext cx="12192000" cy="391160"/></a:xfrm><p:txBody><a:bodyPr wrap="square" rtlCol="0" anchor="t"/><a:lstStyle/><a:p><a:pPr algn="l"/><a:r><a:rPr lang="en-US" sz="22" b="0" i="0" u="none"><a:solidFill><a:srgbClr val="00D2FF"/></a:solidFill></a:rPr><a:t>跨平台支持</a:t></a:r></a:p></p:txBody></p:sp><p:sp><p:nvSpPr><p:cNvPr id="100" name="Shape"/><p:cNvSpPr/><p:nvPr/></p:nvSpPr><p:spPr><a:xfrm><a:off x="762000" y="1905000"/><a:ext cx="3238500" cy="762000"/></a:xfrm><a:prstGeom prst="roundRect"><a:avLst><a:gd name="adj" fmla="val 2353"/></a:avLst></a:prstGeom><a:solidFill><a:srgbClr val="00D2FF"><a:alpha val="100000"/></a:srgbClr></a:solidFill><a:ln w="12700"><a:solidFill><a:srgbClr val="00D2FF"><a:alpha val="100000"/></a:srgbClr></a:solidFill></a:ln></p:sp><p:sp><p:nvSpPr><p:cNvPr id="100" name="TextBox"/><p:cNvSpPr/><p:nvPr/></p:nvSpPr><p:spPr><a:xfrm><a:off x="-3714750" y="2238375"/><a:ext cx="12192000" cy="320040"/></a:xfrm><p:txBody><a:bodyPr wrap="square" rtlCol="0" anchor="t"/><a:lstStyle/><a:p><a:pPr algn="ctr"/><a:r><a:rPr lang="en-US" sz="18" b="0" i="0" u="none"><a:solidFill><a:srgbClr val="FFFFFF"/></a:solidFill></a:rPr><a:t>Windows</a:t></a:r></a:p></p:txBody></p:sp><p:sp><p:nvSpPr><p:cNvPr id="100" name="TextBox"/><p:cNvSpPr/><p:nvPr/></p:nvSpPr><p:spPr><a:xfrm><a:off x="-3714750" y="2457450"/><a:ext cx="12192000" cy="231140"/></a:xfrm><p:txBody><a:bodyPr wrap="square" rtlCol="0" anchor="t"/><a:lstStyle/><a:p><a:pPr algn="ctr"/><a:r><a:rPr lang="en-US" sz="13" b="0" i="0" u="none"><a:solidFill><a:srgbClr val="7090B0"/></a:solidFill></a:rPr><a:t>Windows 10/11 · NSIS/MSI 安装</a:t></a:r></a:p></p:txBody></p:sp><p:sp><p:nvSpPr><p:cNvPr id="100" name="Shape"/><p:cNvSpPr/><p:nvPr/></p:nvSpPr><p:spPr><a:xfrm><a:off x="4476750" y="1905000"/><a:ext cx="3238500" cy="762000"/></a:xfrm><a:prstGeom prst="roundRect"><a:avLst><a:gd name="adj" fmla="val 2353"/></a:avLst></a:prstGeom><a:solidFill><a:srgbClr val="3A7BD5"><a:alpha val="100000"/></a:srgbClr></a:solidFill><a:ln w="12700"><a:solidFill><a:srgbClr val="3A7BD5"><a:alpha val="100000"/></a:srgbClr></a:solidFill></a:ln></p:sp><p:sp><p:nvSpPr><p:cNvPr id="100" name="TextBox"/><p:cNvSpPr/><p:nvPr/></p:nvSpPr><p:spPr><a:xfrm><a:off x="0" y="2238375"/><a:ext cx="12192000" cy="320040"/></a:xfrm><p:txBody><a:bodyPr wrap="square" rtlCol="0" anchor="t"/><a:lstStyle/><a:p><a:pPr algn="ctr"/><a:r><a:rPr lang="en-US" sz="18" b="0" i="0" u="none"><a:solidFill><a:srgbClr val="FFFFFF"/></a:solidFill></a:rPr><a:t>macOS</a:t></a:r></a:p></p:txBody></p:sp><p:sp><p:nvSpPr><p:cNvPr id="100" name="TextBox"/><p:cNvSpPr/><p:nvPr/></p:nvSpPr><p:spPr><a:xfrm><a:off x="0" y="2457450"/><a:ext cx="12192000" cy="231140"/></a:xfrm><p:txBody><a:bodyPr wrap="square" rtlCol="0" anchor="t"/><a:lstStyle/><a:p><a:pPr algn="ctr"/><a:r><a:rPr lang="en-US" sz="13" b="0" i="0" u="none"><a:solidFill><a:srgbClr val="7090B0"/></a:solidFill></a:rPr><a:t>.dmg 构建</a:t></a:r></a:p></p:txBody></p:sp><p:sp><p:nvSpPr><p:cNvPr id="100" name="Shape"/><p:cNvSpPr/><p:nvPr/></p:nvSpPr><p:spPr><a:xfrm><a:off x="8191500" y="1905000"/><a:ext cx="3238500" cy="762000"/></a:xfrm><a:prstGeom prst="roundRect"><a:avLst><a:gd name="adj" fmla="val 2353"/></a:avLst></a:prstGeom><a:solidFill><a:srgbClr val="64C896"><a:alpha val="100000"/></a:srgbClr></a:solidFill><a:ln w="12700"><a:solidFill><a:srgbClr val="64C896"><a:alpha val="100000"/></a:srgbClr></a:solidFill></a:ln></p:sp><p:sp><p:nvSpPr><p:cNvPr id="100" name="TextBox"/><p:cNvSpPr/><p:nvPr/></p:nvSpPr><p:spPr><a:xfrm><a:off x="3714750" y="2238375"/><a:ext cx="12192000" cy="320040"/></a:xfrm><p:txBody><a:bodyPr wrap="square" rtlCol="0" anchor="t"/><a:lstStyle/><a:p><a:pPr algn="ctr"/><a:r><a:rPr lang="en-US" sz="18" b="0" i="0" u="none"><a:solidFill><a:srgbClr val="FFFFFF"/></a:solidFill></a:rPr><a:t>Linux</a:t></a:r></a:p></p:txBody></p:sp><p:sp><p:nvSpPr><p:cNvPr id="100" name="TextBox"/><p:cNvSpPr/><p:nvPr/></p:nvSpPr><p:spPr><a:xfrm><a:off x="3714750" y="2457450"/><a:ext cx="12192000" cy="231140"/></a:xfrm><p:txBody><a:bodyPr wrap="square" rtlCol="0" anchor="t"/><a:lstStyle/><a:p><a:pPr algn="ctr"/><a:r><a:rPr lang="en-US" sz="13" b="0" i="0" u="none"><a:solidFill><a:srgbClr val="7090B0"/></a:solidFill></a:rPr><a:t>.deb / AppImage 构建</a:t></a:r></a:p></p:txBody></p:sp><p:sp><p:nvSpPr><p:cNvPr id="100" name="TextBox"/><p:cNvSpPr/><p:nvPr/></p:nvSpPr><p:spPr><a:xfrm><a:off x="762000" y="3333750"/><a:ext cx="12192000" cy="391160"/></a:xfrm><p:txBody><a:bodyPr wrap="square" rtlCol="0" anchor="t"/><a:lstStyle/><a:p><a:pPr algn="l"/><a:r><a:rPr lang="en-US" sz="22" b="0" i="0" u="none"><a:solidFill><a:srgbClr val="5A9BE5"/></a:solidFill></a:rPr><a:t>适用场景</a:t></a:r></a:p></p:txBody></p:sp><p:sp><p:nvSpPr><p:cNvPr id="100" name="Shape"/><p:cNvSpPr/><p:nvPr/></p:nvSpPr><p:spPr><a:xfrm><a:off x="762000" y="3524250"/><a:ext cx="2428875" cy="1143000"/></a:xfrm><a:prstGeom prst="roundRect"><a:avLst><a:gd name="adj" fmla="val 3922"/></a:avLst></a:prstGeom><a:solidFill><a:srgbClr val="00D2FF"><a:alpha val="100000"/></a:srgbClr></a:solidFill><a:ln w="12700"><a:solidFill><a:srgbClr val="00D2FF"><a:alpha val="100000"/></a:srgbClr></a:solidFill></a:ln></p:sp><p:sp><p:nvSpPr><p:cNvPr id="100" name="TextBox"/><p:cNvSpPr/><p:nvPr/></p:nvSpPr><p:spPr><a:xfrm><a:off x="-4124325" y="3810000"/><a:ext cx="12192000" cy="284480"/></a:xfrm><p:txBody><a:bodyPr wrap="square" rtlCol="0" anchor="t"/><a:lstStyle/><a:p><a:pPr algn="ctr"/><a:r><a:rPr lang="en-US" sz="16" b="0" i="0" u="none"><a:solidFill><a:srgbClr val="00D2FF"/></a:solidFill></a:rPr><a:t>开发者</a:t></a:r></a:p></p:txBody></p:sp><p:sp><p:nvSpPr><p:cNvPr id="100" name="TextBox"/><p:cNvSpPr/><p:nvPr/></p:nvSpPr><p:spPr><a:xfrm><a:off x="952500" y="4076700"/><a:ext cx="12192000" cy="231140"/></a:xfrm><p:txBody><a:bodyPr wrap="square" rtlCol="0" anchor="t"/><a:lstStyle/><a:p><a:pPr algn="l"/><a:r><a:rPr lang="en-US" sz="13" b="0" i="0" u="none"><a:solidFill><a:srgbClr val="A0B4C8"/></a:solidFill></a:rPr><a:t>技术文档编写</a:t></a:r></a:p></p:txBody></p:sp><p:sp><p:nvSpPr><p:cNvPr id="100" name="TextBox"/><p:cNvSpPr/><p:nvPr/></p:nvSpPr><p:spPr><a:xfrm><a:off x="952500" y="4286250"/><a:ext cx="12192000" cy="231140"/></a:xfrm><p:txBody><a:bodyPr wrap="square" rtlCol="0" anchor="t"/><a:lstStyle/><a:p><a:pPr algn="l"/><a:r><a:rPr lang="en-US" sz="13" b="0" i="0" u="none"><a:solidFill><a:srgbClr val="A0B4C8"/></a:solidFill></a:rPr><a:t>代码阅读与编辑</a:t></a:r></a:p></p:txBody></p:sp><p:sp><p:nvSpPr><p:cNvPr id="100" name="TextBox"/><p:cNvSpPr/><p:nvPr/></p:nvSpPr><p:spPr><a:xfrm><a:off x="952500" y="4495800"/><a:ext cx="12192000" cy="231140"/></a:xfrm><p:txBody><a:bodyPr wrap="square" rtlCol="0" anchor="t"/><a:lstStyle/><a:p><a:pPr algn="l"/><a:r><a:rPr lang="en-US" sz="13" b="0" i="0" u="none"><a:solidFill><a:srgbClr val="A0B4C8"/></a:solidFill></a:rPr><a:t>AI 辅助编程</a:t></a:r></a:p></p:txBody></p:sp><p:sp><p:nvSpPr><p:cNvPr id="100" name="Shape"/><p:cNvSpPr/><p:nvPr/></p:nvSpPr><p:spPr><a:xfrm><a:off x="3381375" y="3524250"/><a:ext cx="2428875" cy="1143000"/></a:xfrm><a:prstGeom prst="roundRect"><a:avLst><a:gd name="adj" fmla="val 3922"/></a:avLst></a:prstGeom><a:solidFill><a:srgbClr val="3A7BD5"><a:alpha val="100000"/></a:srgbClr></a:solidFill><a:ln w="12700"><a:solidFill><a:srgbClr val="3A7BD5"><a:alpha val="100000"/></a:srgbClr></a:solidFill></a:ln></p:sp><p:sp><p:nvSpPr><p:cNvPr id="100" name="TextBox"/><p:cNvSpPr/><p:nvPr/></p:nvSpPr><p:spPr><a:xfrm><a:off x="-1504950" y="3810000"/><a:ext cx="12192000" cy="284480"/></a:xfrm><p:txBody><a:bodyPr wrap="square" rtlCol="0" anchor="t"/><a:lstStyle/><a:p><a:pPr algn="ctr"/><a:r><a:rPr lang="en-US" sz="16" b="0" i="0" u="none"><a:solidFill><a:srgbClr val="5A9BE5"/></a:solidFill></a:rPr><a:t>写作者</a:t></a:r></a:p></p:txBody></p:sp><p:sp><p:nvSpPr><p:cNvPr id="100" name="TextBox"/><p:cNvSpPr/><p:nvPr/></p:nvSpPr><p:spPr><a:xfrm><a:off x="3571875" y="4076700"/><a:ext cx="12192000" cy="231140"/></a:xfrm><p:txBody><a:bodyPr wrap="square" rtlCol="0" anchor="t"/><a:lstStyle/><a:p><a:pPr algn="l"/><a:r><a:rPr lang="en-US" sz="13" b="0" i="0" u="none"><a:solidFill><a:srgbClr val="A0B4C8"/></a:solidFill></a:rPr><a:t>Markdown/Word 创作</a:t></a:r></a:p></p:txBody></p:sp><p:sp><p:nvSpPr><p:cNvPr id="100" name="TextBox"/><p:cNvSpPr/><p:nvPr/></p:nvSpPr><p:spPr><a:xfrm><a:off x="3571875" y="4286250"/><a:ext cx="12192000" cy="231140"/></a:xfrm><p:txBody><a:bodyPr wrap="square" rtlCol="0" anchor="t"/><a:lstStyle/><a:p><a:pPr algn="l"/><a:r><a:rPr lang="en-US" sz="13" b="0" i="0" u="none"><a:solidFill><a:srgbClr val="A0B4C8"/></a:solidFill></a:rPr><a:t>AI 辅助润色</a:t></a:r></a:p></p:txBody></p:sp><p:sp><p:nvSpPr><p:cNvPr id="100" name="TextBox"/><p:cNvSpPr/><p:nvPr/></p:nvSpPr><p:spPr><a:xfrm><a:off x="3571875" y="4495800"/><a:ext cx="12192000" cy="231140"/></a:xfrm><p:txBody><a:bodyPr wrap="square" rtlCol="0" anchor="t"/><a:lstStyle/><a:p><a:pPr algn="l"/><a:r><a:rPr lang="en-US" sz="13" b="0" i="0" u="none"><a:solidFill><a:srgbClr val="A0B4C8"/></a:solidFill></a:rPr><a:t>多格式输出</a:t></a:r></a:p></p:txBody></p:sp><p:sp><p:nvSpPr><p:cNvPr id="100" name="Shape"/><p:cNvSpPr/><p:nvPr/></p:nvSpPr><p:spPr><a:xfrm><a:off x="6000750" y="3524250"/><a:ext cx="2428875" cy="1143000"/></a:xfrm><a:prstGeom prst="roundRect"><a:avLst><a:gd name="adj" fmla="val 3922"/></a:avLst></a:prstGeom><a:solidFill><a:srgbClr val="64C896"><a:alpha val="100000"/></a:srgbClr></a:solidFill><a:ln w="12700"><a:solidFill><a:srgbClr val="64C896"><a:alpha val="100000"/></a:srgbClr></a:solidFill></a:ln></p:sp><p:sp><p:nvSpPr><p:cNvPr id="100" name="TextBox"/><p:cNvSpPr/><p:nvPr/></p:nvSpPr><p:spPr><a:xfrm><a:off x="1114425" y="3810000"/><a:ext cx="12192000" cy="284480"/></a:xfrm><p:txBody><a:bodyPr wrap="square" rtlCol="0" anchor="t"/><a:lstStyle/><a:p><a:pPr algn="ctr"/><a:r><a:rPr lang="en-US" sz="16" b="0" i="0" u="none"><a:solidFill><a:srgbClr val="6CC8A0"/></a:solidFill></a:rPr><a:t>数据分析师</a:t></a:r></a:p></p:txBody></p:sp><p:sp><p:nvSpPr><p:cNvPr id="100" name="TextBox"/><p:cNvSpPr/><p:nvPr/></p:nvSpPr><p:spPr><a:xfrm><a:off x="6191250" y="4076700"/><a:ext cx="12192000" cy="231140"/></a:xfrm><p:txBody><a:bodyPr wrap="square" rtlCol="0" anchor="t"/><a:lstStyle/><a:p><a:pPr algn="l"/><a:r><a:rPr lang="en-US" sz="13" b="0" i="0" u="none"><a:solidFill><a:srgbClr val="A0B4C8"/></a:solidFill></a:rPr><a:t>表格数据处理</a:t></a:r></a:p></p:txBody></p:sp><p:sp><p:nvSpPr><p:cNvPr id="100" name="TextBox"/><p:cNvSpPr/><p:nvPr/></p:nvSpPr><p:spPr><a:xfrm><a:off x="6191250" y="4286250"/><a:ext cx="12192000" cy="231140"/></a:xfrm><p:txBody><a:bodyPr wrap="square" rtlCol="0" anchor="t"/><a:lstStyle/><a:p><a:pPr algn="l"/><a:r><a:rPr lang="en-US" sz="13" b="0" i="0" u="none"><a:solidFill><a:srgbClr val="A0B4C8"/></a:solidFill></a:rPr><a:t>公式运算</a:t></a:r></a:p></p:txBody></p:sp><p:sp><p:nvSpPr><p:cNvPr id="100" name="TextBox"/><p:cNvSpPr/><p:nvPr/></p:nvSpPr><p:spPr><a:xfrm><a:off x="6191250" y="4495800"/><a:ext cx="12192000" cy="231140"/></a:xfrm><p:txBody><a:bodyPr wrap="square" rtlCol="0" anchor="t"/><a:lstStyle/><a:p><a:pPr algn="l"/><a:r><a:rPr lang="en-US" sz="13" b="0" i="0" u="none"><a:solidFill><a:srgbClr val="A0B4C8"/></a:solidFill></a:rPr><a:t>报告生成</a:t></a:r></a:p></p:txBody></p:sp><p:sp><p:nvSpPr><p:cNvPr id="100" name="Shape"/><p:cNvSpPr/><p:nvPr/></p:nvSpPr><p:spPr><a:xfrm><a:off x="8620125" y="3524250"/><a:ext cx="2428875" cy="1143000"/></a:xfrm><a:prstGeom prst="roundRect"><a:avLst><a:gd name="adj" fmla="val 3922"/></a:avLst></a:prstGeom><a:solidFill><a:srgbClr val="C89650"><a:alpha val="100000"/></a:srgbClr></a:solidFill><a:ln w="12700"><a:solidFill><a:srgbClr val="C89650"><a:alpha val="100000"/></a:srgbClr></a:solidFill></a:ln></p:sp><p:sp><p:nvSpPr><p:cNvPr id="100" name="TextBox"/><p:cNvSpPr/><p:nvPr/></p:nvSpPr><p:spPr><a:xfrm><a:off x="3733800" y="3810000"/><a:ext cx="12192000" cy="284480"/></a:xfrm><p:txBody><a:bodyPr wrap="square" rtlCol="0" anchor="t"/><a:lstStyle/><a:p><a:pPr algn="ctr"/><a:r><a:rPr lang="en-US" sz="16" b="0" i="0" u="none"><a:solidFill><a:srgbClr val="C8A050"/></a:solidFill></a:rPr><a:t>项目经理</a:t></a:r></a:p></p:txBody></p:sp><p:sp><p:nvSpPr><p:cNvPr id="100" name="TextBox"/><p:cNvSpPr/><p:nvPr/></p:nvSpPr><p:spPr><a:xfrm><a:off x="8810625" y="4076700"/><a:ext cx="12192000" cy="231140"/></a:xfrm><p:txBody><a:bodyPr wrap="square" rtlCol="0" anchor="t"/><a:lstStyle/><a:p><a:pPr algn="l"/><a:r><a:rPr lang="en-US" sz="13" b="0" i="0" u="none"><a:solidFill><a:srgbClr val="A0B4C8"/></a:solidFill></a:rPr><a:t>项目文档审阅</a:t></a:r></a:p></p:txBody></p:sp><p:sp><p:nvSpPr><p:cNvPr id="100" name="TextBox"/><p:cNvSpPr/><p:nvPr/></p:nvSpPr><p:spPr><a:xfrm><a:off x="8810625" y="4286250"/><a:ext cx="12192000" cy="231140"/></a:xfrm><p:txBody><a:bodyPr wrap="square" rtlCol="0" anchor="t"/><a:lstStyle/><a:p><a:pPr algn="l"/><a:r><a:rPr lang="en-US" sz="13" b="0" i="0" u="none"><a:solidFill><a:srgbClr val="A0B4C8"/></a:solidFill></a:rPr><a:t>协作流程管理</a:t></a:r></a:p></p:txBody></p:sp><p:sp><p:nvSpPr><p:cNvPr id="100" name="TextBox"/><p:cNvSpPr/><p:nvPr/></p:nvSpPr><p:spPr><a:xfrm><a:off x="8810625" y="4495800"/><a:ext cx="12192000" cy="231140"/></a:xfrm><p:txBody><a:bodyPr wrap="square" rtlCol="0" anchor="t"/><a:lstStyle/><a:p><a:pPr algn="l"/><a:r><a:rPr lang="en-US" sz="13" b="0" i="0" u="none"><a:solidFill><a:srgbClr val="A0B4C8"/></a:solidFill></a:rPr><a:t>知识库维护</a:t></a:r></a:p></p:txBody></p:sp><p:sp><p:nvSpPr><p:cNvPr id="100" name="TextBox"/><p:cNvSpPr/><p:nvPr/></p:nvSpPr><p:spPr><a:xfrm><a:off x="762000" y="5143500"/><a:ext cx="12192000" cy="248920"/></a:xfrm><p:txBody><a:bodyPr wrap="square" rtlCol="0" anchor="t"/><a:lstStyle/><a:p><a:pPr algn="l"/><a:r><a:rPr lang="en-US" sz="14" b="0" i="0" u="none"><a:solidFill><a:srgbClr val="6080A0"/></a:solidFill></a:rPr><a:t>更多场景：研究人员（PDF 阅读与知识整理）· 学生（笔记与作业）· 团队协作（云端同步）</a:t></a:r></a:p></p:txBody></p:sp></p:spTree></p:cSld></p:sld>
</file>

<file path=ppt/slides/slide8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100" name="Shape"/><p:cNvSpPr/><p:nvPr/></p:nvSpPr><p:spPr><a:xfrm><a:off x="0" y="0"/><a:ext cx="12192000" cy="6858000"/></a:xfrm><a:prstGeom prst="rect"><a:avLst/></a:prstGeom><a:solidFill><a:srgbClr val="1A1A2E"><a:alpha val="100000"/></a:srgbClr></a:solidFill><a:ln><a:noFill/></a:ln></p:sp><p:sp><p:nvSpPr><p:cNvPr id="100" name="Shape"/><p:cNvSpPr/><p:nvPr/></p:nvSpPr><p:spPr><a:xfrm><a:off x="3429000" y="762000"/><a:ext cx="5334000" cy="5334000"/></a:xfrm><a:prstGeom prst="ellipse"><a:avLst/></a:prstGeom><a:noFill/><a:ln w="12700"><a:solidFill><a:srgbClr val="FFFFFF"><a:alpha val="100000"/></a:srgbClr></a:solidFill></a:ln></p:sp><p:sp><p:nvSpPr><p:cNvPr id="100" name="Shape"/><p:cNvSpPr/><p:nvPr/></p:nvSpPr><p:spPr><a:xfrm><a:off x="4191000" y="1524000"/><a:ext cx="3810000" cy="3810000"/></a:xfrm><a:prstGeom prst="ellipse"><a:avLst/></a:prstGeom><a:noFill/><a:ln w="6350"><a:solidFill><a:srgbClr val="FFFFFF"><a:alpha val="100000"/></a:srgbClr></a:solidFill></a:ln></p:sp><p:sp><p:nvSpPr><p:cNvPr id="100" name="Shape"/><p:cNvSpPr/><p:nvPr/></p:nvSpPr><p:spPr><a:xfrm><a:off x="5143500" y="1905000"/><a:ext cx="1905000" cy="38100"/></a:xfrm><a:prstGeom prst="roundRect"><a:avLst><a:gd name="adj" fmla="val 1000"/></a:avLst></a:prstGeom><a:solidFill><a:srgbClr val="00D2FF"><a:alpha val="100000"/></a:srgbClr></a:solidFill><a:ln><a:noFill/></a:ln></p:sp><p:sp><p:nvSpPr><p:cNvPr id="100" name="TextBox"/><p:cNvSpPr/><p:nvPr/></p:nvSpPr><p:spPr><a:xfrm><a:off x="0" y="2857500"/><a:ext cx="12192000" cy="853440"/></a:xfrm><p:txBody><a:bodyPr wrap="square" rtlCol="0" anchor="t"/><a:lstStyle/><a:p><a:pPr algn="ctr"/><a:r><a:rPr lang="en-US" sz="48" b="0" i="0" u="none"><a:solidFill><a:srgbClr val="FFFFFF"/></a:solidFill></a:rPr><a:t>InkUO</a:t></a:r></a:p></p:txBody></p:sp><p:sp><p:nvSpPr><p:cNvPr id="100" name="TextBox"/><p:cNvSpPr/><p:nvPr/></p:nvSpPr><p:spPr><a:xfrm><a:off x="0" y="3429000"/><a:ext cx="12192000" cy="391160"/></a:xfrm><p:txBody><a:bodyPr wrap="square" rtlCol="0" anchor="t"/><a:lstStyle/><a:p><a:pPr algn="ctr"/><a:r><a:rPr lang="en-US" sz="22" b="0" i="0" u="none"><a:solidFill><a:srgbClr val="A0B4D8"/></a:solidFill></a:rPr><a:t>AI 文档编辑中枢</a:t></a:r></a:p></p:txBody></p:sp><p:sp><p:nvSpPr><p:cNvPr id="100" name="TextBox"/><p:cNvSpPr/><p:nvPr/></p:nvSpPr><p:spPr><a:xfrm><a:off x="0" y="4000500"/><a:ext cx="12192000" cy="284480"/></a:xfrm><p:txBody><a:bodyPr wrap="square" rtlCol="0" anchor="t"/><a:lstStyle/><a:p><a:pPr algn="ctr"/><a:r><a:rPr lang="en-US" sz="16" b="0" i="0" u="none"><a:solidFill><a:srgbClr val="6C8EB0"/></a:solidFill></a:rPr><a:t>融合 AI 智能与多格式编辑能力 · 让文档创作更高效、更智能</a:t></a:r></a:p></p:txBody></p:sp><p:sp><p:nvSpPr><p:cNvPr id="100" name="TextBox"/><p:cNvSpPr/><p:nvPr/></p:nvSpPr><p:spPr><a:xfrm><a:off x="0" y="4476750"/><a:ext cx="12192000" cy="248920"/></a:xfrm><p:txBody><a:bodyPr wrap="square" rtlCol="0" anchor="t"/><a:lstStyle/><a:p><a:pPr algn="ctr"/><a:r><a:rPr lang="en-US" sz="14" b="0" i="0" u="none"><a:solidFill><a:srgbClr val="4A6A8A"/></a:solidFill></a:rPr><a:t>开源 · 跨平台 · 可扩展</a:t></a:r></a:p></p:txBody></p:sp><p:sp><p:nvSpPr><p:cNvPr id="100" name="Shape"/><p:cNvSpPr/><p:nvPr/></p:nvSpPr><p:spPr><a:xfrm><a:off x="4667250" y="4953000"/><a:ext cx="2857500" cy="419100"/></a:xfrm><a:prstGeom prst="roundRect"><a:avLst><a:gd name="adj" fmla="val 7333"/></a:avLst></a:prstGeom><a:solidFill><a:srgbClr val="00D2FF"><a:alpha val="100000"/></a:srgbClr></a:solidFill><a:ln w="12700"><a:solidFill><a:srgbClr val="00D2FF"><a:alpha val="100000"/></a:srgbClr></a:solidFill></a:ln></p:sp><p:sp><p:nvSpPr><p:cNvPr id="100" name="TextBox"/><p:cNvSpPr/><p:nvPr/></p:nvSpPr><p:spPr><a:xfrm><a:off x="0" y="5219700"/><a:ext cx="12192000" cy="266700"/></a:xfrm><p:txBody><a:bodyPr wrap="square" rtlCol="0" anchor="t"/><a:lstStyle/><a:p><a:pPr algn="ctr"/><a:r><a:rPr lang="en-US" sz="15" b="0" i="0" u="none"><a:solidFill><a:srgbClr val="00D2FF"/></a:solidFill></a:rPr><a:t>github.com/inkuo/inkuo</a:t></a:r></a:p></p:txBody></p:sp></p:spTree></p:cSld></p:sld>
</file>

<file path=ppt/theme/theme1.xml><?xml version="1.0" encoding="utf-8"?>
<a:theme xmlns:a="http://schemas.openxmlformats.org/drawingml/2006/main" name="inkuo">
  <a:themeElements>
    <a:clrScheme name="inku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7C5CFF"/>
      </a:accent1>
      <a:accent2>
        <a:srgbClr val="4CC9F0"/>
      </a:accent2>
      <a:accent3>
        <a:srgbClr val="F72585"/>
      </a:accent3>
      <a:accent4>
        <a:srgbClr val="FFD166"/>
      </a:accent4>
      <a:accent5>
        <a:srgbClr val="06D6A0"/>
      </a:accent5>
      <a:accent6>
        <a:srgbClr val="9AA5B1"/>
      </a:accent6>
      <a:hlink>
        <a:srgbClr val="0563C1"/>
      </a:hlink>
      <a:folHlink>
        <a:srgbClr val="954F72"/>
      </a:folHlink>
    </a:clrScheme>
    <a:fontScheme name="inkuo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inkuo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inkuo AI</Application>
  <AppVersion>1.0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E2E Smoke</dc:title>
  <dc:creator>inkuo AI</dc:creator>
  <cp:lastModifiedBy>inkuo AI</cp:lastModifiedBy>
  <dcterms:created xsi:type="dcterms:W3CDTF">2026-07-22T00:51:16.974303826+00:00</dcterms:created>
  <dcterms:modified xsi:type="dcterms:W3CDTF">2026-07-22T00:51:16.974303826+00:00</dcterms:modified>
</cp:coreProperties>
</file>